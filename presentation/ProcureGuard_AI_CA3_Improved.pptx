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483f8d86e44bd4" /><Relationship Type="http://schemas.openxmlformats.org/officeDocument/2006/relationships/extended-properties" Target="/docProps/app.xml" Id="R74ed1e6da7f74bbc" /><Relationship Type="http://schemas.openxmlformats.org/officeDocument/2006/relationships/officeDocument" Target="/ppt/presentation.xml" Id="R576791ff310d4130" /></Relationships>
</file>

<file path=ppt/presentation.xml><?xml version="1.0" encoding="utf-8"?>
<p:presentation xmlns:p="http://schemas.openxmlformats.org/presentationml/2006/main">
  <p:sldMasterIdLst>
    <p:sldMasterId xmlns:r="http://schemas.openxmlformats.org/officeDocument/2006/relationships" id="2147483648" r:id="Ra020fd26a38042f6"/>
  </p:sldMasterIdLst>
  <p:notesMasterIdLst>
    <p:notesMasterId xmlns:r="http://schemas.openxmlformats.org/officeDocument/2006/relationships" r:id="R0d15712730d941de"/>
  </p:notesMasterIdLst>
  <p:sldIdLst>
    <p:sldId xmlns:r="http://schemas.openxmlformats.org/officeDocument/2006/relationships" id="256" r:id="R6fc4fe48d0e740de"/>
    <p:sldId xmlns:r="http://schemas.openxmlformats.org/officeDocument/2006/relationships" id="257" r:id="R206c337f29ce4d10"/>
    <p:sldId xmlns:r="http://schemas.openxmlformats.org/officeDocument/2006/relationships" id="258" r:id="Rdb0eca450cdc4f7e"/>
    <p:sldId xmlns:r="http://schemas.openxmlformats.org/officeDocument/2006/relationships" id="259" r:id="Rd3f91c7b66224ebf"/>
    <p:sldId xmlns:r="http://schemas.openxmlformats.org/officeDocument/2006/relationships" id="260" r:id="Racb1c19c423b452a"/>
    <p:sldId xmlns:r="http://schemas.openxmlformats.org/officeDocument/2006/relationships" id="261" r:id="R944e8a33c1a4412e"/>
    <p:sldId xmlns:r="http://schemas.openxmlformats.org/officeDocument/2006/relationships" id="262" r:id="Re7a1c865823f4c85"/>
    <p:sldId xmlns:r="http://schemas.openxmlformats.org/officeDocument/2006/relationships" id="263" r:id="R0d37436d25224e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351cdca4a64ebb" /><Relationship Type="http://schemas.openxmlformats.org/officeDocument/2006/relationships/slideMaster" Target="/ppt/slideMasters/slideMaster1.xml" Id="Ra020fd26a38042f6" /><Relationship Type="http://schemas.openxmlformats.org/officeDocument/2006/relationships/notesMaster" Target="/ppt/notesMasters/notesMaster1.xml" Id="R0d15712730d941de" /><Relationship Type="http://schemas.openxmlformats.org/officeDocument/2006/relationships/presProps" Target="/ppt/presProps.xml" Id="R1c1614d7d98d4c50" /><Relationship Type="http://schemas.openxmlformats.org/officeDocument/2006/relationships/tableStyles" Target="/ppt/tableStyles.xml" Id="Rdde1196878264095" /><Relationship Type="http://schemas.openxmlformats.org/officeDocument/2006/relationships/slide" Target="/ppt/slides/slide1.xml" Id="R6fc4fe48d0e740de" /><Relationship Type="http://schemas.openxmlformats.org/officeDocument/2006/relationships/slide" Target="/ppt/slides/slide2.xml" Id="R206c337f29ce4d10" /><Relationship Type="http://schemas.openxmlformats.org/officeDocument/2006/relationships/slide" Target="/ppt/slides/slide3.xml" Id="Rdb0eca450cdc4f7e" /><Relationship Type="http://schemas.openxmlformats.org/officeDocument/2006/relationships/slide" Target="/ppt/slides/slide4.xml" Id="Rd3f91c7b66224ebf" /><Relationship Type="http://schemas.openxmlformats.org/officeDocument/2006/relationships/slide" Target="/ppt/slides/slide5.xml" Id="Racb1c19c423b452a" /><Relationship Type="http://schemas.openxmlformats.org/officeDocument/2006/relationships/slide" Target="/ppt/slides/slide6.xml" Id="R944e8a33c1a4412e" /><Relationship Type="http://schemas.openxmlformats.org/officeDocument/2006/relationships/slide" Target="/ppt/slides/slide7.xml" Id="Re7a1c865823f4c85" /><Relationship Type="http://schemas.openxmlformats.org/officeDocument/2006/relationships/slide" Target="/ppt/slides/slide8.xml" Id="R0d37436d25224e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0e267dc24e4d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b93d5542dc4155" /><Relationship Type="http://schemas.openxmlformats.org/officeDocument/2006/relationships/notesMaster" Target="/ppt/notesMasters/notesMaster1.xml" Id="R9ecbaf1106524c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96be00040f4bf1" /><Relationship Type="http://schemas.openxmlformats.org/officeDocument/2006/relationships/notesMaster" Target="/ppt/notesMasters/notesMaster1.xml" Id="Ree647a829cf94d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906fcdc1a64ba0" /><Relationship Type="http://schemas.openxmlformats.org/officeDocument/2006/relationships/notesMaster" Target="/ppt/notesMasters/notesMaster1.xml" Id="R1605c2b5294943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5218a743aa457e" /><Relationship Type="http://schemas.openxmlformats.org/officeDocument/2006/relationships/notesMaster" Target="/ppt/notesMasters/notesMaster1.xml" Id="R64d85ff539d240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d0b39d29454c9d" /><Relationship Type="http://schemas.openxmlformats.org/officeDocument/2006/relationships/notesMaster" Target="/ppt/notesMasters/notesMaster1.xml" Id="Rf521c14c226845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baa7aa3a6d4314" /><Relationship Type="http://schemas.openxmlformats.org/officeDocument/2006/relationships/notesMaster" Target="/ppt/notesMasters/notesMaster1.xml" Id="Rf7d9ced37d3843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888fab974d4b84" /><Relationship Type="http://schemas.openxmlformats.org/officeDocument/2006/relationships/notesMaster" Target="/ppt/notesMasters/notesMaster1.xml" Id="R142ec14b152347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a0a7c10a6b4da3" /><Relationship Type="http://schemas.openxmlformats.org/officeDocument/2006/relationships/notesMaster" Target="/ppt/notesMasters/notesMaster1.xml" Id="Rc7117fd72adb48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Rishi. We are Rishi Dwivedi and Siddarth Singh Kushwah from AIML-C, SIT Pune. ProcureGuard is an agentic accounts-payable exception-resolution proof of concept. It retrieves authorised evidence and produces recommendations for human review. No payment is executed.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0:15–0:45, Rishi. In accounts payable, a reviewer matches invoices to purchase orders and receipts, then checks supplier details. A flag does not tell procurement which amendment to retrieve or receiving which receipt is missing. Our domain is procurement and finance operations. We focus on the evidence search and accountable handoff after a mismatch. Three-way matching itself is established enterprise functionality. Source: https://learn.microsoft.com/en-us/dynamics365/finance/accounts-payable/accounts-payable-invoice-matching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0:45–1:10, Rishi. Case PG103 bills 10 units at INR 120. The original PO says INR 100 and no receipt has reached accounts payable. The planner first retrieves a procurement-approved amendment, then observes that the receipt is still missing and chooses the warehouse lookup. The critic independently checks the revised source snapshot. The invoice itself is unchanged. The outcome is ready for human review, not approval or payment. Evidence: reports/investigation_packets.json, PG103.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1:10–1:50, Rishi. The matching and risk agents always perform mandatory checks. The critic recomputes the findings separately. When a gap is resolvable, the resolution planner selects a permitted evidence tool. The evidence agent checks hashes, scope, effective dates and authority before applying a source update to a local snapshot. The loop reassesses the findings, with at most three lookups. The decision coordinator and human reviewer receive the final state. Planner implementations are an offline mock and optional local Ollama; arithmetic never depends on the model. Modules: investigation.py, planning.py, agents/evidence_agent.py, tools.py, agents/critic.py, case_store.py.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1:50–3:10, Siddarth. Run PG103 and inspect successive tool choices and accepted source records. Refresh the browser, reopen the case and show that the stored run ID is unchanged: no lookup was repeated. PG105 is initially held for cumulative quantity. Classify PG105B as rejected or cancelled with a rationale, then re-investigate PG105 and show the released capacity. PG105B itself remains held. Use offline mode for predictable pacing; the real local-model demonstration is separately recorded with requests and responses. This screenshot is from an actual application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3:10–3:40, Siddarth. PG105 and PG105B bill 20 units against capacity of 10, even though invoice numbers differ; both are held. PG106 has a modified receipt and fails the pinned hash. PG107 has two authorised amendments with different prices and escalates. These controls are exercised in tests. Hashes are checked against a trusted local manifest; this is not a digital signature or proof that a real delivery happened.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3:40–4:15, Siddarth. 172 automated tests passed and all 44 regression/operational decisions agree. The frozen extension challenge has 25 cases. Single-invoice, historical producer and critic-enabled modes agreed on 19, 23 and 25 decisions. Incorrect ready counts were 6, 2 and 0. Two deliberate matcher omissions exercise fault containment. The same development assistant authored the fixtures before v3 implementation; these are not independently held-out cases. The installed local model completed four known cases, five actual tool selections and zero fallback. This demonstrates live execution, not model superiority. Sources: reports/validation_v3.json, live_planner_run.json and pytest-results.xml.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4:15–4:45, Siddarth. The PoC implements cumulative reconciliation, an evidence loop, independent verification, saved-case reopening and human lifecycle classification. A real installed local model selected tools in four recorded synthetic scenarios. Upstream sources and reviewer identities remain simulated. Next steps are independent unseen evaluation, authenticated sources, multi-line and tax workflows. No payment capability exists. Both team members should understand the planner and accounting boundary. End the eight-slide presentation here; separate architecture and policy documents support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5c55e45ed74b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59020d207bc43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f2f8f32fd541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2baf9fecaa4a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73796a136a4d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708714cccf40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DAEF20-004F-4963-90D9-3A38576B121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637FC45-7C3B-4A78-A8C7-33C8C3D20E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3673244-316F-4180-A3F1-4CE1004088A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F3F610-78E7-4418-A076-FAC4B2A55E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C8543B4-5A54-425A-B6AD-4A28C529E3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ED0CB92-BBCB-460C-9601-18E2585FAB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725C56-10EB-4A6B-A878-49B10B00AA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0B24E4-8E8E-42D3-99BA-E800F66C666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E11A35-6FD2-4D85-84F2-0D7A514D0D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C0F326-2119-441E-9C82-BB9AF33A76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cc09988a4a474e" /><Relationship Type="http://schemas.openxmlformats.org/officeDocument/2006/relationships/slideLayout" Target="/ppt/slideLayouts/slideLayout1.xml" Id="R401c47afc26a4a3b" /><Relationship Type="http://schemas.openxmlformats.org/officeDocument/2006/relationships/slideLayout" Target="/ppt/slideLayouts/slideLayout2.xml" Id="R11c154029bbd43cc" /><Relationship Type="http://schemas.openxmlformats.org/officeDocument/2006/relationships/slideLayout" Target="/ppt/slideLayouts/slideLayout3.xml" Id="R7d38049286404d3c" /><Relationship Type="http://schemas.openxmlformats.org/officeDocument/2006/relationships/slideLayout" Target="/ppt/slideLayouts/slideLayout4.xml" Id="R1bee3bdb724d4a64" /><Relationship Type="http://schemas.openxmlformats.org/officeDocument/2006/relationships/slideLayout" Target="/ppt/slideLayouts/slideLayout5.xml" Id="Rad56e79a31e14033" /><Relationship Type="http://schemas.openxmlformats.org/officeDocument/2006/relationships/slideLayout" Target="/ppt/slideLayouts/slideLayout6.xml" Id="R828fbb77d0534a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1c47afc26a4a3b"/>
    <p:sldLayoutId xmlns:r="http://schemas.openxmlformats.org/officeDocument/2006/relationships" id="2147483650" r:id="R11c154029bbd43cc"/>
    <p:sldLayoutId xmlns:r="http://schemas.openxmlformats.org/officeDocument/2006/relationships" id="2147483651" r:id="R7d38049286404d3c"/>
    <p:sldLayoutId xmlns:r="http://schemas.openxmlformats.org/officeDocument/2006/relationships" id="2147483652" r:id="R1bee3bdb724d4a64"/>
    <p:sldLayoutId xmlns:r="http://schemas.openxmlformats.org/officeDocument/2006/relationships" id="2147483653" r:id="Rad56e79a31e14033"/>
    <p:sldLayoutId xmlns:r="http://schemas.openxmlformats.org/officeDocument/2006/relationships" id="2147483654" r:id="R828fbb77d0534a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52c385ca85c4eba" /><Relationship Type="http://schemas.openxmlformats.org/officeDocument/2006/relationships/notesSlide" Target="/ppt/notesSlides/notesSlide1.xml" Id="Re19e86ab0b2645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fbf741adfb4cb4" /><Relationship Type="http://schemas.openxmlformats.org/officeDocument/2006/relationships/notesSlide" Target="/ppt/notesSlides/notesSlide2.xml" Id="R037999597bef45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306b8f19774588" /><Relationship Type="http://schemas.openxmlformats.org/officeDocument/2006/relationships/notesSlide" Target="/ppt/notesSlides/notesSlide3.xml" Id="Rded5776c46af45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8423eb42e1041e9" /><Relationship Type="http://schemas.openxmlformats.org/officeDocument/2006/relationships/notesSlide" Target="/ppt/notesSlides/notesSlide4.xml" Id="R3f2a6cfe36eb49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ed55a3c2bfb40cf" /><Relationship Type="http://schemas.openxmlformats.org/officeDocument/2006/relationships/image" Target="/ppt/media/image.png" Id="Red6774ffcb6e4617" /><Relationship Type="http://schemas.openxmlformats.org/officeDocument/2006/relationships/notesSlide" Target="/ppt/notesSlides/notesSlide5.xml" Id="R09984d1a82f744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e8907450da4cab" /><Relationship Type="http://schemas.openxmlformats.org/officeDocument/2006/relationships/notesSlide" Target="/ppt/notesSlides/notesSlide6.xml" Id="Rbc8ff4f9019d43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d323fef999435e" /><Relationship Type="http://schemas.openxmlformats.org/officeDocument/2006/relationships/chart" Target="/ppt/slides/charts/chart1.xml" Id="Reb4cf6615ffe40bb" /><Relationship Type="http://schemas.openxmlformats.org/officeDocument/2006/relationships/notesSlide" Target="/ppt/notesSlides/notesSlide7.xml" Id="Rf389294addef43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cfeb7b75984494b" /><Relationship Type="http://schemas.openxmlformats.org/officeDocument/2006/relationships/notesSlide" Target="/ppt/notesSlides/notesSlide8.xml" Id="R455f2cdb26c64b12" /></Relationships>
</file>

<file path=ppt/slides/charts/chart1.xml><?xml version="1.0" encoding="utf-8"?>
<c:chartSpace xmlns:c="http://schemas.openxmlformats.org/drawingml/2006/chart">
  <c:lang val="en-US"/>
  <c:chart>
    <c:plotArea>
      <c:barChart>
        <c:barDir val="bar"/>
        <c:grouping val="clustered"/>
        <c:varyColors val="0"/>
        <c:ser>
          <c:idx val="0"/>
          <c:order val="0"/>
          <c:tx>
            <c:v>Correct decisions out of 25</c:v>
          </c:tx>
          <c:spPr>
            <a:solidFill xmlns:a="http://schemas.openxmlformats.org/drawingml/2006/main">
              <a:srgbClr val="167F74"/>
            </a:solidFill>
          </c:spPr>
          <c:invertIfNegative val="0"/>
          <c:cat>
            <c:strLit>
              <c:ptCount val="3"/>
              <c:pt idx="0">
                <c:v>One invoice</c:v>
              </c:pt>
              <c:pt idx="1">
                <c:v>History</c:v>
              </c:pt>
              <c:pt idx="2">
                <c:v>History + critic</c:v>
              </c:pt>
            </c:strLit>
          </c:cat>
          <c:val>
            <c:numLit>
              <c:formatCode>General</c:formatCode>
              <c:ptCount val="3"/>
              <c:pt idx="0">
                <c:v>19</c:v>
              </c:pt>
              <c:pt idx="1">
                <c:v>23</c:v>
              </c:pt>
              <c:pt idx="2">
                <c:v>25</c:v>
              </c:pt>
            </c:numLit>
          </c:val>
        </c:ser>
        <c:dLbls>
          <c:txPr>
            <a:bodyPr xmlns:a="http://schemas.openxmlformats.org/drawingml/2006/main" anchorCtr="1"/>
            <a:lstStyle xmlns:a="http://schemas.openxmlformats.org/drawingml/2006/main"/>
            <a:p xmlns:a="http://schemas.openxmlformats.org/drawingml/2006/main">
              <a:pPr>
                <a:defRPr sz="1875" b="1">
                  <a:solidFill>
                    <a:srgbClr val="172A42"/>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2A42"/>
                </a:solidFill>
                <a:latin typeface="Arial"/>
                <a:ea typeface="Arial"/>
                <a:cs typeface="Arial"/>
              </a:defRPr>
            </a:pPr>
          </a:p>
        </c:txPr>
        <c:crossAx val="48672768"/>
      </c:catAx>
      <c:valAx>
        <c:axId val="48672768"/>
        <c:scaling>
          <c:orientation val="minMax"/>
          <c:max val="25"/>
          <c:min val="0"/>
        </c:scaling>
        <c:delete val="0"/>
        <c:axPos val="b"/>
        <c:majorGridlines>
          <c:spPr>
            <a:ln xmlns:a="http://schemas.openxmlformats.org/drawingml/2006/main" w="9525">
              <a:solidFill>
                <a:srgbClr val="D8E0EA"/>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D82"/>
                </a:solidFill>
                <a:latin typeface="Arial"/>
                <a:ea typeface="Arial"/>
                <a:cs typeface="Arial"/>
              </a:defRPr>
            </a:pPr>
          </a:p>
        </c:txPr>
        <c:crossAx val="48650112"/>
        <c:crossBetween val="between"/>
        <c:majorUnit val="5"/>
      </c:valAx>
      <c:spPr>
        <a:noFill xmlns:a="http://schemas.openxmlformats.org/drawingml/2006/main"/>
      </c:spPr>
    </c:plotArea>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101E33"/>
        </a:solidFill>
      </p:bgPr>
    </p:bg>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456BD6AB-BA1C-4055-A595-64DB1232A751}"/>
              </a:ext>
            </a:extLst>
          </p:cNvPr>
          <p:cNvSpPr>
            <a:spLocks xmlns:a="http://schemas.openxmlformats.org/drawingml/2006/main" noGrp="1"/>
          </p:cNvSpPr>
          <p:nvPr/>
        </p:nvSpPr>
        <p:spPr>
          <a:xfrm xmlns:a="http://schemas.openxmlformats.org/drawingml/2006/main">
            <a:off x="11049000"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ED7C"/>
                </a:solidFill>
                <a:latin typeface="Arial"/>
                <a:ea typeface="Arial"/>
                <a:cs typeface="Arial"/>
              </a:defRPr>
            </a:defPPr>
            <a:lvl1pPr>
              <a:defRPr sz="1200" b="0">
                <a:solidFill>
                  <a:srgbClr val="C3ED7C"/>
                </a:solidFill>
                <a:latin typeface="Arial"/>
                <a:ea typeface="Arial"/>
                <a:cs typeface="Arial"/>
              </a:defRPr>
            </a:lvl1pPr>
            <a:lvl2pPr>
              <a:defRPr sz="1200" b="0">
                <a:solidFill>
                  <a:srgbClr val="C3ED7C"/>
                </a:solidFill>
                <a:latin typeface="Arial"/>
                <a:ea typeface="Arial"/>
                <a:cs typeface="Arial"/>
              </a:defRPr>
            </a:lvl2pPr>
            <a:lvl3pPr>
              <a:defRPr sz="1200" b="0">
                <a:solidFill>
                  <a:srgbClr val="C3ED7C"/>
                </a:solidFill>
                <a:latin typeface="Arial"/>
                <a:ea typeface="Arial"/>
                <a:cs typeface="Arial"/>
              </a:defRPr>
            </a:lvl3pPr>
            <a:lvl4pPr>
              <a:defRPr sz="1200" b="0">
                <a:solidFill>
                  <a:srgbClr val="C3ED7C"/>
                </a:solidFill>
                <a:latin typeface="Arial"/>
                <a:ea typeface="Arial"/>
                <a:cs typeface="Arial"/>
              </a:defRPr>
            </a:lvl4pPr>
            <a:lvl5pPr>
              <a:defRPr sz="1200" b="0">
                <a:solidFill>
                  <a:srgbClr val="C3ED7C"/>
                </a:solidFill>
                <a:latin typeface="Arial"/>
                <a:ea typeface="Arial"/>
                <a:cs typeface="Arial"/>
              </a:defRPr>
            </a:lvl5pPr>
            <a:lvl6pPr>
              <a:defRPr sz="1200" b="0">
                <a:solidFill>
                  <a:srgbClr val="C3ED7C"/>
                </a:solidFill>
                <a:latin typeface="Arial"/>
                <a:ea typeface="Arial"/>
                <a:cs typeface="Arial"/>
              </a:defRPr>
            </a:lvl6pPr>
            <a:lvl7pPr>
              <a:defRPr sz="1200" b="0">
                <a:solidFill>
                  <a:srgbClr val="C3ED7C"/>
                </a:solidFill>
                <a:latin typeface="Arial"/>
                <a:ea typeface="Arial"/>
                <a:cs typeface="Arial"/>
              </a:defRPr>
            </a:lvl7pPr>
            <a:lvl8pPr>
              <a:defRPr sz="1200" b="0">
                <a:solidFill>
                  <a:srgbClr val="C3ED7C"/>
                </a:solidFill>
                <a:latin typeface="Arial"/>
                <a:ea typeface="Arial"/>
                <a:cs typeface="Arial"/>
              </a:defRPr>
            </a:lvl8pPr>
            <a:lvl9pPr>
              <a:defRPr sz="1200" b="0">
                <a:solidFill>
                  <a:srgbClr val="C3ED7C"/>
                </a:solidFill>
                <a:latin typeface="Arial"/>
                <a:ea typeface="Arial"/>
                <a:cs typeface="Arial"/>
              </a:defRPr>
            </a:lvl9pPr>
          </a:lstStyle>
          <a:p xmlns:a="http://schemas.openxmlformats.org/drawingml/2006/main">
            <a:pPr>
              <a:defRPr sz="1200" b="0">
                <a:solidFill>
                  <a:srgbClr val="C3ED7C"/>
                </a:solidFill>
                <a:latin typeface="Arial"/>
                <a:ea typeface="Arial"/>
                <a:cs typeface="Arial"/>
              </a:defRPr>
            </a:pPr>
            <a:r>
              <a:rPr sz="1200" b="0">
                <a:solidFill>
                  <a:srgbClr val="C3ED7C"/>
                </a:solidFill>
                <a:latin typeface="Arial"/>
                <a:ea typeface="Arial"/>
                <a:cs typeface="Arial"/>
              </a:rPr>
              <a:t>01</a:t>
            </a:r>
          </a:p>
        </p:txBody>
      </p:sp>
      <p:sp>
        <p:nvSpPr>
          <p:cNvPr id="2" name="text">
            <a:extLst xmlns:a="http://schemas.openxmlformats.org/drawingml/2006/main">
              <a:ext uri="{FF2B5EF4-FFF2-40B4-BE49-F238E27FC236}">
                <a16:creationId xmlns:a16="http://schemas.microsoft.com/office/drawing/2014/main" id="{BFE34FE8-2355-4044-AF13-65292F9442D9}"/>
              </a:ext>
            </a:extLst>
          </p:cNvPr>
          <p:cNvSpPr>
            <a:spLocks xmlns:a="http://schemas.openxmlformats.org/drawingml/2006/main" noGrp="1"/>
          </p:cNvSpPr>
          <p:nvPr/>
        </p:nvSpPr>
        <p:spPr>
          <a:xfrm xmlns:a="http://schemas.openxmlformats.org/drawingml/2006/main">
            <a:off x="609600" y="619125"/>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C3ED7C"/>
                </a:solidFill>
                <a:latin typeface="Arial"/>
                <a:ea typeface="Arial"/>
                <a:cs typeface="Arial"/>
              </a:defRPr>
            </a:defPPr>
            <a:lvl1pPr>
              <a:defRPr sz="1875" b="1">
                <a:solidFill>
                  <a:srgbClr val="C3ED7C"/>
                </a:solidFill>
                <a:latin typeface="Arial"/>
                <a:ea typeface="Arial"/>
                <a:cs typeface="Arial"/>
              </a:defRPr>
            </a:lvl1pPr>
            <a:lvl2pPr>
              <a:defRPr sz="1875" b="1">
                <a:solidFill>
                  <a:srgbClr val="C3ED7C"/>
                </a:solidFill>
                <a:latin typeface="Arial"/>
                <a:ea typeface="Arial"/>
                <a:cs typeface="Arial"/>
              </a:defRPr>
            </a:lvl2pPr>
            <a:lvl3pPr>
              <a:defRPr sz="1875" b="1">
                <a:solidFill>
                  <a:srgbClr val="C3ED7C"/>
                </a:solidFill>
                <a:latin typeface="Arial"/>
                <a:ea typeface="Arial"/>
                <a:cs typeface="Arial"/>
              </a:defRPr>
            </a:lvl3pPr>
            <a:lvl4pPr>
              <a:defRPr sz="1875" b="1">
                <a:solidFill>
                  <a:srgbClr val="C3ED7C"/>
                </a:solidFill>
                <a:latin typeface="Arial"/>
                <a:ea typeface="Arial"/>
                <a:cs typeface="Arial"/>
              </a:defRPr>
            </a:lvl4pPr>
            <a:lvl5pPr>
              <a:defRPr sz="1875" b="1">
                <a:solidFill>
                  <a:srgbClr val="C3ED7C"/>
                </a:solidFill>
                <a:latin typeface="Arial"/>
                <a:ea typeface="Arial"/>
                <a:cs typeface="Arial"/>
              </a:defRPr>
            </a:lvl5pPr>
            <a:lvl6pPr>
              <a:defRPr sz="1875" b="1">
                <a:solidFill>
                  <a:srgbClr val="C3ED7C"/>
                </a:solidFill>
                <a:latin typeface="Arial"/>
                <a:ea typeface="Arial"/>
                <a:cs typeface="Arial"/>
              </a:defRPr>
            </a:lvl6pPr>
            <a:lvl7pPr>
              <a:defRPr sz="1875" b="1">
                <a:solidFill>
                  <a:srgbClr val="C3ED7C"/>
                </a:solidFill>
                <a:latin typeface="Arial"/>
                <a:ea typeface="Arial"/>
                <a:cs typeface="Arial"/>
              </a:defRPr>
            </a:lvl7pPr>
            <a:lvl8pPr>
              <a:defRPr sz="1875" b="1">
                <a:solidFill>
                  <a:srgbClr val="C3ED7C"/>
                </a:solidFill>
                <a:latin typeface="Arial"/>
                <a:ea typeface="Arial"/>
                <a:cs typeface="Arial"/>
              </a:defRPr>
            </a:lvl8pPr>
            <a:lvl9pPr>
              <a:defRPr sz="1875" b="1">
                <a:solidFill>
                  <a:srgbClr val="C3ED7C"/>
                </a:solidFill>
                <a:latin typeface="Arial"/>
                <a:ea typeface="Arial"/>
                <a:cs typeface="Arial"/>
              </a:defRPr>
            </a:lvl9pPr>
          </a:lstStyle>
          <a:p xmlns:a="http://schemas.openxmlformats.org/drawingml/2006/main">
            <a:pPr>
              <a:defRPr sz="1875" b="1">
                <a:solidFill>
                  <a:srgbClr val="C3ED7C"/>
                </a:solidFill>
                <a:latin typeface="Arial"/>
                <a:ea typeface="Arial"/>
                <a:cs typeface="Arial"/>
              </a:defRPr>
            </a:pPr>
            <a:r>
              <a:rPr sz="1875" b="1">
                <a:solidFill>
                  <a:srgbClr val="C3ED7C"/>
                </a:solidFill>
                <a:latin typeface="Arial"/>
                <a:ea typeface="Arial"/>
                <a:cs typeface="Arial"/>
              </a:rPr>
              <a:t>PROCUREGUARD AI</a:t>
            </a:r>
          </a:p>
        </p:txBody>
      </p:sp>
      <p:sp>
        <p:nvSpPr>
          <p:cNvPr id="3" name="title">
            <a:extLst xmlns:a="http://schemas.openxmlformats.org/drawingml/2006/main">
              <a:ext uri="{FF2B5EF4-FFF2-40B4-BE49-F238E27FC236}">
                <a16:creationId xmlns:a16="http://schemas.microsoft.com/office/drawing/2014/main" id="{FEBF57DC-CC9D-4E22-AA92-275E9090B3F2}"/>
              </a:ext>
            </a:extLst>
          </p:cNvPr>
          <p:cNvSpPr>
            <a:spLocks xmlns:a="http://schemas.openxmlformats.org/drawingml/2006/main" noGrp="1"/>
          </p:cNvSpPr>
          <p:nvPr/>
        </p:nvSpPr>
        <p:spPr>
          <a:xfrm xmlns:a="http://schemas.openxmlformats.org/drawingml/2006/main">
            <a:off x="609600" y="1666875"/>
            <a:ext cx="7620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150" b="1">
                <a:solidFill>
                  <a:srgbClr val="FFFFFF"/>
                </a:solidFill>
                <a:latin typeface="Arial"/>
                <a:ea typeface="Arial"/>
                <a:cs typeface="Arial"/>
              </a:defRPr>
            </a:defPPr>
            <a:lvl1pPr>
              <a:defRPr sz="6150" b="1">
                <a:solidFill>
                  <a:srgbClr val="FFFFFF"/>
                </a:solidFill>
                <a:latin typeface="Arial"/>
                <a:ea typeface="Arial"/>
                <a:cs typeface="Arial"/>
              </a:defRPr>
            </a:lvl1pPr>
            <a:lvl2pPr>
              <a:defRPr sz="6150" b="1">
                <a:solidFill>
                  <a:srgbClr val="FFFFFF"/>
                </a:solidFill>
                <a:latin typeface="Arial"/>
                <a:ea typeface="Arial"/>
                <a:cs typeface="Arial"/>
              </a:defRPr>
            </a:lvl2pPr>
            <a:lvl3pPr>
              <a:defRPr sz="6150" b="1">
                <a:solidFill>
                  <a:srgbClr val="FFFFFF"/>
                </a:solidFill>
                <a:latin typeface="Arial"/>
                <a:ea typeface="Arial"/>
                <a:cs typeface="Arial"/>
              </a:defRPr>
            </a:lvl3pPr>
            <a:lvl4pPr>
              <a:defRPr sz="6150" b="1">
                <a:solidFill>
                  <a:srgbClr val="FFFFFF"/>
                </a:solidFill>
                <a:latin typeface="Arial"/>
                <a:ea typeface="Arial"/>
                <a:cs typeface="Arial"/>
              </a:defRPr>
            </a:lvl4pPr>
            <a:lvl5pPr>
              <a:defRPr sz="6150" b="1">
                <a:solidFill>
                  <a:srgbClr val="FFFFFF"/>
                </a:solidFill>
                <a:latin typeface="Arial"/>
                <a:ea typeface="Arial"/>
                <a:cs typeface="Arial"/>
              </a:defRPr>
            </a:lvl5pPr>
            <a:lvl6pPr>
              <a:defRPr sz="6150" b="1">
                <a:solidFill>
                  <a:srgbClr val="FFFFFF"/>
                </a:solidFill>
                <a:latin typeface="Arial"/>
                <a:ea typeface="Arial"/>
                <a:cs typeface="Arial"/>
              </a:defRPr>
            </a:lvl6pPr>
            <a:lvl7pPr>
              <a:defRPr sz="6150" b="1">
                <a:solidFill>
                  <a:srgbClr val="FFFFFF"/>
                </a:solidFill>
                <a:latin typeface="Arial"/>
                <a:ea typeface="Arial"/>
                <a:cs typeface="Arial"/>
              </a:defRPr>
            </a:lvl7pPr>
            <a:lvl8pPr>
              <a:defRPr sz="6150" b="1">
                <a:solidFill>
                  <a:srgbClr val="FFFFFF"/>
                </a:solidFill>
                <a:latin typeface="Arial"/>
                <a:ea typeface="Arial"/>
                <a:cs typeface="Arial"/>
              </a:defRPr>
            </a:lvl8pPr>
            <a:lvl9pPr>
              <a:defRPr sz="6150" b="1">
                <a:solidFill>
                  <a:srgbClr val="FFFFFF"/>
                </a:solidFill>
                <a:latin typeface="Arial"/>
                <a:ea typeface="Arial"/>
                <a:cs typeface="Arial"/>
              </a:defRPr>
            </a:lvl9pPr>
          </a:lstStyle>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Evidence before</a:t>
            </a:r>
          </a:p>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decisions.</a:t>
            </a:r>
          </a:p>
        </p:txBody>
      </p:sp>
      <p:sp>
        <p:nvSpPr>
          <p:cNvPr id="4" name="text">
            <a:extLst xmlns:a="http://schemas.openxmlformats.org/drawingml/2006/main">
              <a:ext uri="{FF2B5EF4-FFF2-40B4-BE49-F238E27FC236}">
                <a16:creationId xmlns:a16="http://schemas.microsoft.com/office/drawing/2014/main" id="{106AA324-2681-40F2-8523-5E62F4ECB732}"/>
              </a:ext>
            </a:extLst>
          </p:cNvPr>
          <p:cNvSpPr>
            <a:spLocks xmlns:a="http://schemas.openxmlformats.org/drawingml/2006/main" noGrp="1"/>
          </p:cNvSpPr>
          <p:nvPr/>
        </p:nvSpPr>
        <p:spPr>
          <a:xfrm xmlns:a="http://schemas.openxmlformats.org/drawingml/2006/main">
            <a:off x="647700" y="4171950"/>
            <a:ext cx="704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B7C7DB"/>
                </a:solidFill>
                <a:latin typeface="Arial"/>
                <a:ea typeface="Arial"/>
                <a:cs typeface="Arial"/>
              </a:defRPr>
            </a:defPPr>
            <a:lvl1pPr>
              <a:defRPr sz="2250" b="0">
                <a:solidFill>
                  <a:srgbClr val="B7C7DB"/>
                </a:solidFill>
                <a:latin typeface="Arial"/>
                <a:ea typeface="Arial"/>
                <a:cs typeface="Arial"/>
              </a:defRPr>
            </a:lvl1pPr>
            <a:lvl2pPr>
              <a:defRPr sz="2250" b="0">
                <a:solidFill>
                  <a:srgbClr val="B7C7DB"/>
                </a:solidFill>
                <a:latin typeface="Arial"/>
                <a:ea typeface="Arial"/>
                <a:cs typeface="Arial"/>
              </a:defRPr>
            </a:lvl2pPr>
            <a:lvl3pPr>
              <a:defRPr sz="2250" b="0">
                <a:solidFill>
                  <a:srgbClr val="B7C7DB"/>
                </a:solidFill>
                <a:latin typeface="Arial"/>
                <a:ea typeface="Arial"/>
                <a:cs typeface="Arial"/>
              </a:defRPr>
            </a:lvl3pPr>
            <a:lvl4pPr>
              <a:defRPr sz="2250" b="0">
                <a:solidFill>
                  <a:srgbClr val="B7C7DB"/>
                </a:solidFill>
                <a:latin typeface="Arial"/>
                <a:ea typeface="Arial"/>
                <a:cs typeface="Arial"/>
              </a:defRPr>
            </a:lvl4pPr>
            <a:lvl5pPr>
              <a:defRPr sz="2250" b="0">
                <a:solidFill>
                  <a:srgbClr val="B7C7DB"/>
                </a:solidFill>
                <a:latin typeface="Arial"/>
                <a:ea typeface="Arial"/>
                <a:cs typeface="Arial"/>
              </a:defRPr>
            </a:lvl5pPr>
            <a:lvl6pPr>
              <a:defRPr sz="2250" b="0">
                <a:solidFill>
                  <a:srgbClr val="B7C7DB"/>
                </a:solidFill>
                <a:latin typeface="Arial"/>
                <a:ea typeface="Arial"/>
                <a:cs typeface="Arial"/>
              </a:defRPr>
            </a:lvl6pPr>
            <a:lvl7pPr>
              <a:defRPr sz="2250" b="0">
                <a:solidFill>
                  <a:srgbClr val="B7C7DB"/>
                </a:solidFill>
                <a:latin typeface="Arial"/>
                <a:ea typeface="Arial"/>
                <a:cs typeface="Arial"/>
              </a:defRPr>
            </a:lvl7pPr>
            <a:lvl8pPr>
              <a:defRPr sz="2250" b="0">
                <a:solidFill>
                  <a:srgbClr val="B7C7DB"/>
                </a:solidFill>
                <a:latin typeface="Arial"/>
                <a:ea typeface="Arial"/>
                <a:cs typeface="Arial"/>
              </a:defRPr>
            </a:lvl8pPr>
            <a:lvl9pPr>
              <a:defRPr sz="2250" b="0">
                <a:solidFill>
                  <a:srgbClr val="B7C7DB"/>
                </a:solidFill>
                <a:latin typeface="Arial"/>
                <a:ea typeface="Arial"/>
                <a:cs typeface="Arial"/>
              </a:defRPr>
            </a:lvl9pPr>
          </a:lstStyle>
          <a:p xmlns:a="http://schemas.openxmlformats.org/drawingml/2006/main">
            <a:pPr>
              <a:defRPr sz="2250" b="0">
                <a:solidFill>
                  <a:srgbClr val="B7C7DB"/>
                </a:solidFill>
                <a:latin typeface="Arial"/>
                <a:ea typeface="Arial"/>
                <a:cs typeface="Arial"/>
              </a:defRPr>
            </a:pPr>
            <a:r>
              <a:rPr sz="2250" b="0">
                <a:solidFill>
                  <a:srgbClr val="B7C7DB"/>
                </a:solidFill>
                <a:latin typeface="Arial"/>
                <a:ea typeface="Arial"/>
                <a:cs typeface="Arial"/>
              </a:rPr>
              <a:t>Agentic invoice exception resolution</a:t>
            </a:r>
          </a:p>
        </p:txBody>
      </p:sp>
      <p:sp>
        <p:nvSpPr>
          <p:cNvPr id="5" name="text">
            <a:extLst xmlns:a="http://schemas.openxmlformats.org/drawingml/2006/main">
              <a:ext uri="{FF2B5EF4-FFF2-40B4-BE49-F238E27FC236}">
                <a16:creationId xmlns:a16="http://schemas.microsoft.com/office/drawing/2014/main" id="{76E7629A-DCFC-4F5E-A523-B7C80E1EA193}"/>
              </a:ext>
            </a:extLst>
          </p:cNvPr>
          <p:cNvSpPr>
            <a:spLocks xmlns:a="http://schemas.openxmlformats.org/drawingml/2006/main" noGrp="1"/>
          </p:cNvSpPr>
          <p:nvPr/>
        </p:nvSpPr>
        <p:spPr>
          <a:xfrm xmlns:a="http://schemas.openxmlformats.org/drawingml/2006/main">
            <a:off x="647700" y="5248275"/>
            <a:ext cx="704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FFFFF"/>
                </a:solidFill>
                <a:latin typeface="Arial"/>
                <a:ea typeface="Arial"/>
                <a:cs typeface="Arial"/>
              </a:defRPr>
            </a:defPPr>
            <a:lvl1pPr>
              <a:defRPr sz="1650" b="0">
                <a:solidFill>
                  <a:srgbClr val="FFFFFF"/>
                </a:solidFill>
                <a:latin typeface="Arial"/>
                <a:ea typeface="Arial"/>
                <a:cs typeface="Arial"/>
              </a:defRPr>
            </a:lvl1pPr>
            <a:lvl2pPr>
              <a:defRPr sz="1650" b="0">
                <a:solidFill>
                  <a:srgbClr val="FFFFFF"/>
                </a:solidFill>
                <a:latin typeface="Arial"/>
                <a:ea typeface="Arial"/>
                <a:cs typeface="Arial"/>
              </a:defRPr>
            </a:lvl2pPr>
            <a:lvl3pPr>
              <a:defRPr sz="1650" b="0">
                <a:solidFill>
                  <a:srgbClr val="FFFFFF"/>
                </a:solidFill>
                <a:latin typeface="Arial"/>
                <a:ea typeface="Arial"/>
                <a:cs typeface="Arial"/>
              </a:defRPr>
            </a:lvl3pPr>
            <a:lvl4pPr>
              <a:defRPr sz="1650" b="0">
                <a:solidFill>
                  <a:srgbClr val="FFFFFF"/>
                </a:solidFill>
                <a:latin typeface="Arial"/>
                <a:ea typeface="Arial"/>
                <a:cs typeface="Arial"/>
              </a:defRPr>
            </a:lvl4pPr>
            <a:lvl5pPr>
              <a:defRPr sz="1650" b="0">
                <a:solidFill>
                  <a:srgbClr val="FFFFFF"/>
                </a:solidFill>
                <a:latin typeface="Arial"/>
                <a:ea typeface="Arial"/>
                <a:cs typeface="Arial"/>
              </a:defRPr>
            </a:lvl5pPr>
            <a:lvl6pPr>
              <a:defRPr sz="1650" b="0">
                <a:solidFill>
                  <a:srgbClr val="FFFFFF"/>
                </a:solidFill>
                <a:latin typeface="Arial"/>
                <a:ea typeface="Arial"/>
                <a:cs typeface="Arial"/>
              </a:defRPr>
            </a:lvl6pPr>
            <a:lvl7pPr>
              <a:defRPr sz="1650" b="0">
                <a:solidFill>
                  <a:srgbClr val="FFFFFF"/>
                </a:solidFill>
                <a:latin typeface="Arial"/>
                <a:ea typeface="Arial"/>
                <a:cs typeface="Arial"/>
              </a:defRPr>
            </a:lvl7pPr>
            <a:lvl8pPr>
              <a:defRPr sz="1650" b="0">
                <a:solidFill>
                  <a:srgbClr val="FFFFFF"/>
                </a:solidFill>
                <a:latin typeface="Arial"/>
                <a:ea typeface="Arial"/>
                <a:cs typeface="Arial"/>
              </a:defRPr>
            </a:lvl8pPr>
            <a:lvl9pPr>
              <a:defRPr sz="1650" b="0">
                <a:solidFill>
                  <a:srgbClr val="FFFFFF"/>
                </a:solidFill>
                <a:latin typeface="Arial"/>
                <a:ea typeface="Arial"/>
                <a:cs typeface="Arial"/>
              </a:defRPr>
            </a:lvl9pPr>
          </a:lstStyle>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Rishi Dwivedi  /  24070126152</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Siddarth Singh Kushwah  /  24070126174</a:t>
            </a:r>
          </a:p>
        </p:txBody>
      </p:sp>
      <p:sp>
        <p:nvSpPr>
          <p:cNvPr id="6" name="text">
            <a:extLst xmlns:a="http://schemas.openxmlformats.org/drawingml/2006/main">
              <a:ext uri="{FF2B5EF4-FFF2-40B4-BE49-F238E27FC236}">
                <a16:creationId xmlns:a16="http://schemas.microsoft.com/office/drawing/2014/main" id="{97E63BBB-717B-4890-A538-28ED0B9B5009}"/>
              </a:ext>
            </a:extLst>
          </p:cNvPr>
          <p:cNvSpPr>
            <a:spLocks xmlns:a="http://schemas.openxmlformats.org/drawingml/2006/main" noGrp="1"/>
          </p:cNvSpPr>
          <p:nvPr/>
        </p:nvSpPr>
        <p:spPr>
          <a:xfrm xmlns:a="http://schemas.openxmlformats.org/drawingml/2006/main">
            <a:off x="647700" y="6096000"/>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B"/>
                </a:solidFill>
                <a:latin typeface="Arial"/>
                <a:ea typeface="Arial"/>
                <a:cs typeface="Arial"/>
              </a:defRPr>
            </a:defPPr>
            <a:lvl1pPr>
              <a:defRPr sz="1500" b="0">
                <a:solidFill>
                  <a:srgbClr val="B7C7DB"/>
                </a:solidFill>
                <a:latin typeface="Arial"/>
                <a:ea typeface="Arial"/>
                <a:cs typeface="Arial"/>
              </a:defRPr>
            </a:lvl1pPr>
            <a:lvl2pPr>
              <a:defRPr sz="1500" b="0">
                <a:solidFill>
                  <a:srgbClr val="B7C7DB"/>
                </a:solidFill>
                <a:latin typeface="Arial"/>
                <a:ea typeface="Arial"/>
                <a:cs typeface="Arial"/>
              </a:defRPr>
            </a:lvl2pPr>
            <a:lvl3pPr>
              <a:defRPr sz="1500" b="0">
                <a:solidFill>
                  <a:srgbClr val="B7C7DB"/>
                </a:solidFill>
                <a:latin typeface="Arial"/>
                <a:ea typeface="Arial"/>
                <a:cs typeface="Arial"/>
              </a:defRPr>
            </a:lvl3pPr>
            <a:lvl4pPr>
              <a:defRPr sz="1500" b="0">
                <a:solidFill>
                  <a:srgbClr val="B7C7DB"/>
                </a:solidFill>
                <a:latin typeface="Arial"/>
                <a:ea typeface="Arial"/>
                <a:cs typeface="Arial"/>
              </a:defRPr>
            </a:lvl4pPr>
            <a:lvl5pPr>
              <a:defRPr sz="1500" b="0">
                <a:solidFill>
                  <a:srgbClr val="B7C7DB"/>
                </a:solidFill>
                <a:latin typeface="Arial"/>
                <a:ea typeface="Arial"/>
                <a:cs typeface="Arial"/>
              </a:defRPr>
            </a:lvl5pPr>
            <a:lvl6pPr>
              <a:defRPr sz="1500" b="0">
                <a:solidFill>
                  <a:srgbClr val="B7C7DB"/>
                </a:solidFill>
                <a:latin typeface="Arial"/>
                <a:ea typeface="Arial"/>
                <a:cs typeface="Arial"/>
              </a:defRPr>
            </a:lvl6pPr>
            <a:lvl7pPr>
              <a:defRPr sz="1500" b="0">
                <a:solidFill>
                  <a:srgbClr val="B7C7DB"/>
                </a:solidFill>
                <a:latin typeface="Arial"/>
                <a:ea typeface="Arial"/>
                <a:cs typeface="Arial"/>
              </a:defRPr>
            </a:lvl7pPr>
            <a:lvl8pPr>
              <a:defRPr sz="1500" b="0">
                <a:solidFill>
                  <a:srgbClr val="B7C7DB"/>
                </a:solidFill>
                <a:latin typeface="Arial"/>
                <a:ea typeface="Arial"/>
                <a:cs typeface="Arial"/>
              </a:defRPr>
            </a:lvl8pPr>
            <a:lvl9pPr>
              <a:defRPr sz="1500" b="0">
                <a:solidFill>
                  <a:srgbClr val="B7C7DB"/>
                </a:solidFill>
                <a:latin typeface="Arial"/>
                <a:ea typeface="Arial"/>
                <a:cs typeface="Arial"/>
              </a:defRPr>
            </a:lvl9pPr>
          </a:lstStyle>
          <a:p xmlns:a="http://schemas.openxmlformats.org/drawingml/2006/main">
            <a:pPr>
              <a:defRPr sz="1500" b="0">
                <a:solidFill>
                  <a:srgbClr val="B7C7DB"/>
                </a:solidFill>
                <a:latin typeface="Arial"/>
                <a:ea typeface="Arial"/>
                <a:cs typeface="Arial"/>
              </a:defRPr>
            </a:pPr>
            <a:r>
              <a:rPr sz="1500" b="0">
                <a:solidFill>
                  <a:srgbClr val="B7C7DB"/>
                </a:solidFill>
                <a:latin typeface="Arial"/>
                <a:ea typeface="Arial"/>
                <a:cs typeface="Arial"/>
              </a:rPr>
              <a:t>AIML-C, SIT Pune</a:t>
            </a:r>
          </a:p>
        </p:txBody>
      </p:sp>
      <p:sp>
        <p:nvSpPr>
          <p:cNvPr id="7" name="">
            <a:extLst xmlns:a="http://schemas.openxmlformats.org/drawingml/2006/main">
              <a:ext uri="{FF2B5EF4-FFF2-40B4-BE49-F238E27FC236}">
                <a16:creationId xmlns:a16="http://schemas.microsoft.com/office/drawing/2014/main" id="{2DD85640-E23F-4CCD-ADC6-AE8131E794C4}"/>
              </a:ext>
            </a:extLst>
          </p:cNvPr>
          <p:cNvSpPr>
            <a:spLocks xmlns:a="http://schemas.openxmlformats.org/drawingml/2006/main" noGrp="1"/>
          </p:cNvSpPr>
          <p:nvPr/>
        </p:nvSpPr>
        <p:spPr>
          <a:xfrm xmlns:a="http://schemas.openxmlformats.org/drawingml/2006/main">
            <a:off x="8620125" y="1619250"/>
            <a:ext cx="2819400" cy="3524250"/>
          </a:xfrm>
          <a:prstGeom xmlns:a="http://schemas.openxmlformats.org/drawingml/2006/main" prst="roundRect">
            <a:avLst>
              <a:gd name="adj" fmla="val 4730"/>
            </a:avLst>
          </a:prstGeom>
          <a:solidFill xmlns:a="http://schemas.openxmlformats.org/drawingml/2006/main">
            <a:srgbClr val="182B4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3743EEDE-79B8-4856-811C-E56DB4A0A07C}"/>
              </a:ext>
            </a:extLst>
          </p:cNvPr>
          <p:cNvSpPr>
            <a:spLocks xmlns:a="http://schemas.openxmlformats.org/drawingml/2006/main" noGrp="1"/>
          </p:cNvSpPr>
          <p:nvPr/>
        </p:nvSpPr>
        <p:spPr>
          <a:xfrm xmlns:a="http://schemas.openxmlformats.org/drawingml/2006/main">
            <a:off x="8848725" y="1876425"/>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C3ED7C"/>
                </a:solidFill>
                <a:latin typeface="Arial"/>
                <a:ea typeface="Arial"/>
                <a:cs typeface="Arial"/>
              </a:defRPr>
            </a:defPPr>
            <a:lvl1pPr>
              <a:defRPr sz="1350" b="1">
                <a:solidFill>
                  <a:srgbClr val="C3ED7C"/>
                </a:solidFill>
                <a:latin typeface="Arial"/>
                <a:ea typeface="Arial"/>
                <a:cs typeface="Arial"/>
              </a:defRPr>
            </a:lvl1pPr>
            <a:lvl2pPr>
              <a:defRPr sz="1350" b="1">
                <a:solidFill>
                  <a:srgbClr val="C3ED7C"/>
                </a:solidFill>
                <a:latin typeface="Arial"/>
                <a:ea typeface="Arial"/>
                <a:cs typeface="Arial"/>
              </a:defRPr>
            </a:lvl2pPr>
            <a:lvl3pPr>
              <a:defRPr sz="1350" b="1">
                <a:solidFill>
                  <a:srgbClr val="C3ED7C"/>
                </a:solidFill>
                <a:latin typeface="Arial"/>
                <a:ea typeface="Arial"/>
                <a:cs typeface="Arial"/>
              </a:defRPr>
            </a:lvl3pPr>
            <a:lvl4pPr>
              <a:defRPr sz="1350" b="1">
                <a:solidFill>
                  <a:srgbClr val="C3ED7C"/>
                </a:solidFill>
                <a:latin typeface="Arial"/>
                <a:ea typeface="Arial"/>
                <a:cs typeface="Arial"/>
              </a:defRPr>
            </a:lvl4pPr>
            <a:lvl5pPr>
              <a:defRPr sz="1350" b="1">
                <a:solidFill>
                  <a:srgbClr val="C3ED7C"/>
                </a:solidFill>
                <a:latin typeface="Arial"/>
                <a:ea typeface="Arial"/>
                <a:cs typeface="Arial"/>
              </a:defRPr>
            </a:lvl5pPr>
            <a:lvl6pPr>
              <a:defRPr sz="1350" b="1">
                <a:solidFill>
                  <a:srgbClr val="C3ED7C"/>
                </a:solidFill>
                <a:latin typeface="Arial"/>
                <a:ea typeface="Arial"/>
                <a:cs typeface="Arial"/>
              </a:defRPr>
            </a:lvl6pPr>
            <a:lvl7pPr>
              <a:defRPr sz="1350" b="1">
                <a:solidFill>
                  <a:srgbClr val="C3ED7C"/>
                </a:solidFill>
                <a:latin typeface="Arial"/>
                <a:ea typeface="Arial"/>
                <a:cs typeface="Arial"/>
              </a:defRPr>
            </a:lvl7pPr>
            <a:lvl8pPr>
              <a:defRPr sz="1350" b="1">
                <a:solidFill>
                  <a:srgbClr val="C3ED7C"/>
                </a:solidFill>
                <a:latin typeface="Arial"/>
                <a:ea typeface="Arial"/>
                <a:cs typeface="Arial"/>
              </a:defRPr>
            </a:lvl8pPr>
            <a:lvl9pPr>
              <a:defRPr sz="1350" b="1">
                <a:solidFill>
                  <a:srgbClr val="C3ED7C"/>
                </a:solidFill>
                <a:latin typeface="Arial"/>
                <a:ea typeface="Arial"/>
                <a:cs typeface="Arial"/>
              </a:defRPr>
            </a:lvl9pPr>
          </a:lstStyle>
          <a:p xmlns:a="http://schemas.openxmlformats.org/drawingml/2006/main">
            <a:pPr>
              <a:defRPr sz="1350" b="1">
                <a:solidFill>
                  <a:srgbClr val="C3ED7C"/>
                </a:solidFill>
                <a:latin typeface="Arial"/>
                <a:ea typeface="Arial"/>
                <a:cs typeface="Arial"/>
              </a:defRPr>
            </a:pPr>
            <a:r>
              <a:rPr sz="1350" b="1">
                <a:solidFill>
                  <a:srgbClr val="C3ED7C"/>
                </a:solidFill>
                <a:latin typeface="Arial"/>
                <a:ea typeface="Arial"/>
                <a:cs typeface="Arial"/>
              </a:rPr>
              <a:t>SOURCE RECORDS</a:t>
            </a:r>
          </a:p>
        </p:txBody>
      </p:sp>
      <p:sp>
        <p:nvSpPr>
          <p:cNvPr id="9" name="">
            <a:extLst xmlns:a="http://schemas.openxmlformats.org/drawingml/2006/main">
              <a:ext uri="{FF2B5EF4-FFF2-40B4-BE49-F238E27FC236}">
                <a16:creationId xmlns:a16="http://schemas.microsoft.com/office/drawing/2014/main" id="{5FCC7F91-E59F-44CA-98D6-75C5DB8CEB89}"/>
              </a:ext>
            </a:extLst>
          </p:cNvPr>
          <p:cNvSpPr>
            <a:spLocks xmlns:a="http://schemas.openxmlformats.org/drawingml/2006/main" noGrp="1"/>
          </p:cNvSpPr>
          <p:nvPr/>
        </p:nvSpPr>
        <p:spPr>
          <a:xfrm xmlns:a="http://schemas.openxmlformats.org/drawingml/2006/main">
            <a:off x="8848725" y="2352675"/>
            <a:ext cx="2362200" cy="400050"/>
          </a:xfrm>
          <a:prstGeom xmlns:a="http://schemas.openxmlformats.org/drawingml/2006/main" prst="roundRect">
            <a:avLst>
              <a:gd name="adj" fmla="val 14286"/>
            </a:avLst>
          </a:prstGeom>
          <a:solidFill xmlns:a="http://schemas.openxmlformats.org/drawingml/2006/main">
            <a:srgbClr val="223B57"/>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F649D832-2396-463D-95ED-C595474C5DB8}"/>
              </a:ext>
            </a:extLst>
          </p:cNvPr>
          <p:cNvSpPr>
            <a:spLocks xmlns:a="http://schemas.openxmlformats.org/drawingml/2006/main" noGrp="1"/>
          </p:cNvSpPr>
          <p:nvPr/>
        </p:nvSpPr>
        <p:spPr>
          <a:xfrm xmlns:a="http://schemas.openxmlformats.org/drawingml/2006/main">
            <a:off x="8991600" y="244792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FFFFFF"/>
                </a:solidFill>
                <a:latin typeface="Arial"/>
                <a:ea typeface="Arial"/>
                <a:cs typeface="Arial"/>
              </a:defRPr>
            </a:defPPr>
            <a:lvl1pPr>
              <a:defRPr sz="1500" b="0">
                <a:solidFill>
                  <a:srgbClr val="FFFFFF"/>
                </a:solidFill>
                <a:latin typeface="Arial"/>
                <a:ea typeface="Arial"/>
                <a:cs typeface="Arial"/>
              </a:defRPr>
            </a:lvl1pPr>
            <a:lvl2pPr>
              <a:defRPr sz="1500" b="0">
                <a:solidFill>
                  <a:srgbClr val="FFFFFF"/>
                </a:solidFill>
                <a:latin typeface="Arial"/>
                <a:ea typeface="Arial"/>
                <a:cs typeface="Arial"/>
              </a:defRPr>
            </a:lvl2pPr>
            <a:lvl3pPr>
              <a:defRPr sz="1500" b="0">
                <a:solidFill>
                  <a:srgbClr val="FFFFFF"/>
                </a:solidFill>
                <a:latin typeface="Arial"/>
                <a:ea typeface="Arial"/>
                <a:cs typeface="Arial"/>
              </a:defRPr>
            </a:lvl3pPr>
            <a:lvl4pPr>
              <a:defRPr sz="1500" b="0">
                <a:solidFill>
                  <a:srgbClr val="FFFFFF"/>
                </a:solidFill>
                <a:latin typeface="Arial"/>
                <a:ea typeface="Arial"/>
                <a:cs typeface="Arial"/>
              </a:defRPr>
            </a:lvl4pPr>
            <a:lvl5pPr>
              <a:defRPr sz="1500" b="0">
                <a:solidFill>
                  <a:srgbClr val="FFFFFF"/>
                </a:solidFill>
                <a:latin typeface="Arial"/>
                <a:ea typeface="Arial"/>
                <a:cs typeface="Arial"/>
              </a:defRPr>
            </a:lvl5pPr>
            <a:lvl6pPr>
              <a:defRPr sz="1500" b="0">
                <a:solidFill>
                  <a:srgbClr val="FFFFFF"/>
                </a:solidFill>
                <a:latin typeface="Arial"/>
                <a:ea typeface="Arial"/>
                <a:cs typeface="Arial"/>
              </a:defRPr>
            </a:lvl6pPr>
            <a:lvl7pPr>
              <a:defRPr sz="1500" b="0">
                <a:solidFill>
                  <a:srgbClr val="FFFFFF"/>
                </a:solidFill>
                <a:latin typeface="Arial"/>
                <a:ea typeface="Arial"/>
                <a:cs typeface="Arial"/>
              </a:defRPr>
            </a:lvl7pPr>
            <a:lvl8pPr>
              <a:defRPr sz="1500" b="0">
                <a:solidFill>
                  <a:srgbClr val="FFFFFF"/>
                </a:solidFill>
                <a:latin typeface="Arial"/>
                <a:ea typeface="Arial"/>
                <a:cs typeface="Arial"/>
              </a:defRPr>
            </a:lvl8pPr>
            <a:lvl9pPr>
              <a:defRPr sz="1500" b="0">
                <a:solidFill>
                  <a:srgbClr val="FFFFFF"/>
                </a:solidFill>
                <a:latin typeface="Arial"/>
                <a:ea typeface="Arial"/>
                <a:cs typeface="Arial"/>
              </a:defRPr>
            </a:lvl9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Order amendment</a:t>
            </a:r>
          </a:p>
        </p:txBody>
      </p:sp>
      <p:sp>
        <p:nvSpPr>
          <p:cNvPr id="11" name="">
            <a:extLst xmlns:a="http://schemas.openxmlformats.org/drawingml/2006/main">
              <a:ext uri="{FF2B5EF4-FFF2-40B4-BE49-F238E27FC236}">
                <a16:creationId xmlns:a16="http://schemas.microsoft.com/office/drawing/2014/main" id="{361DD22B-4B31-4D6C-8B99-3B01B3C5F840}"/>
              </a:ext>
            </a:extLst>
          </p:cNvPr>
          <p:cNvSpPr>
            <a:spLocks xmlns:a="http://schemas.openxmlformats.org/drawingml/2006/main" noGrp="1"/>
          </p:cNvSpPr>
          <p:nvPr/>
        </p:nvSpPr>
        <p:spPr>
          <a:xfrm xmlns:a="http://schemas.openxmlformats.org/drawingml/2006/main">
            <a:off x="8848725" y="2905125"/>
            <a:ext cx="2362200" cy="400050"/>
          </a:xfrm>
          <a:prstGeom xmlns:a="http://schemas.openxmlformats.org/drawingml/2006/main" prst="roundRect">
            <a:avLst>
              <a:gd name="adj" fmla="val 14286"/>
            </a:avLst>
          </a:prstGeom>
          <a:solidFill xmlns:a="http://schemas.openxmlformats.org/drawingml/2006/main">
            <a:srgbClr val="223B57"/>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D2F2F988-6C1D-4256-A621-A3721AA45596}"/>
              </a:ext>
            </a:extLst>
          </p:cNvPr>
          <p:cNvSpPr>
            <a:spLocks xmlns:a="http://schemas.openxmlformats.org/drawingml/2006/main" noGrp="1"/>
          </p:cNvSpPr>
          <p:nvPr/>
        </p:nvSpPr>
        <p:spPr>
          <a:xfrm xmlns:a="http://schemas.openxmlformats.org/drawingml/2006/main">
            <a:off x="8991600" y="30003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FFFFFF"/>
                </a:solidFill>
                <a:latin typeface="Arial"/>
                <a:ea typeface="Arial"/>
                <a:cs typeface="Arial"/>
              </a:defRPr>
            </a:defPPr>
            <a:lvl1pPr>
              <a:defRPr sz="1500" b="0">
                <a:solidFill>
                  <a:srgbClr val="FFFFFF"/>
                </a:solidFill>
                <a:latin typeface="Arial"/>
                <a:ea typeface="Arial"/>
                <a:cs typeface="Arial"/>
              </a:defRPr>
            </a:lvl1pPr>
            <a:lvl2pPr>
              <a:defRPr sz="1500" b="0">
                <a:solidFill>
                  <a:srgbClr val="FFFFFF"/>
                </a:solidFill>
                <a:latin typeface="Arial"/>
                <a:ea typeface="Arial"/>
                <a:cs typeface="Arial"/>
              </a:defRPr>
            </a:lvl2pPr>
            <a:lvl3pPr>
              <a:defRPr sz="1500" b="0">
                <a:solidFill>
                  <a:srgbClr val="FFFFFF"/>
                </a:solidFill>
                <a:latin typeface="Arial"/>
                <a:ea typeface="Arial"/>
                <a:cs typeface="Arial"/>
              </a:defRPr>
            </a:lvl3pPr>
            <a:lvl4pPr>
              <a:defRPr sz="1500" b="0">
                <a:solidFill>
                  <a:srgbClr val="FFFFFF"/>
                </a:solidFill>
                <a:latin typeface="Arial"/>
                <a:ea typeface="Arial"/>
                <a:cs typeface="Arial"/>
              </a:defRPr>
            </a:lvl4pPr>
            <a:lvl5pPr>
              <a:defRPr sz="1500" b="0">
                <a:solidFill>
                  <a:srgbClr val="FFFFFF"/>
                </a:solidFill>
                <a:latin typeface="Arial"/>
                <a:ea typeface="Arial"/>
                <a:cs typeface="Arial"/>
              </a:defRPr>
            </a:lvl5pPr>
            <a:lvl6pPr>
              <a:defRPr sz="1500" b="0">
                <a:solidFill>
                  <a:srgbClr val="FFFFFF"/>
                </a:solidFill>
                <a:latin typeface="Arial"/>
                <a:ea typeface="Arial"/>
                <a:cs typeface="Arial"/>
              </a:defRPr>
            </a:lvl6pPr>
            <a:lvl7pPr>
              <a:defRPr sz="1500" b="0">
                <a:solidFill>
                  <a:srgbClr val="FFFFFF"/>
                </a:solidFill>
                <a:latin typeface="Arial"/>
                <a:ea typeface="Arial"/>
                <a:cs typeface="Arial"/>
              </a:defRPr>
            </a:lvl7pPr>
            <a:lvl8pPr>
              <a:defRPr sz="1500" b="0">
                <a:solidFill>
                  <a:srgbClr val="FFFFFF"/>
                </a:solidFill>
                <a:latin typeface="Arial"/>
                <a:ea typeface="Arial"/>
                <a:cs typeface="Arial"/>
              </a:defRPr>
            </a:lvl8pPr>
            <a:lvl9pPr>
              <a:defRPr sz="1500" b="0">
                <a:solidFill>
                  <a:srgbClr val="FFFFFF"/>
                </a:solidFill>
                <a:latin typeface="Arial"/>
                <a:ea typeface="Arial"/>
                <a:cs typeface="Arial"/>
              </a:defRPr>
            </a:lvl9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Warehouse receipt</a:t>
            </a:r>
          </a:p>
        </p:txBody>
      </p:sp>
      <p:sp>
        <p:nvSpPr>
          <p:cNvPr id="13" name="">
            <a:extLst xmlns:a="http://schemas.openxmlformats.org/drawingml/2006/main">
              <a:ext uri="{FF2B5EF4-FFF2-40B4-BE49-F238E27FC236}">
                <a16:creationId xmlns:a16="http://schemas.microsoft.com/office/drawing/2014/main" id="{24B3C682-6597-459F-ADEA-B36115CE1F2D}"/>
              </a:ext>
            </a:extLst>
          </p:cNvPr>
          <p:cNvSpPr>
            <a:spLocks xmlns:a="http://schemas.openxmlformats.org/drawingml/2006/main" noGrp="1"/>
          </p:cNvSpPr>
          <p:nvPr/>
        </p:nvSpPr>
        <p:spPr>
          <a:xfrm xmlns:a="http://schemas.openxmlformats.org/drawingml/2006/main">
            <a:off x="8848725" y="3457575"/>
            <a:ext cx="2362200" cy="400050"/>
          </a:xfrm>
          <a:prstGeom xmlns:a="http://schemas.openxmlformats.org/drawingml/2006/main" prst="roundRect">
            <a:avLst>
              <a:gd name="adj" fmla="val 14286"/>
            </a:avLst>
          </a:prstGeom>
          <a:solidFill xmlns:a="http://schemas.openxmlformats.org/drawingml/2006/main">
            <a:srgbClr val="223B57"/>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EFD3468C-E3EF-4A69-A3EB-ADD537E6D4CA}"/>
              </a:ext>
            </a:extLst>
          </p:cNvPr>
          <p:cNvSpPr>
            <a:spLocks xmlns:a="http://schemas.openxmlformats.org/drawingml/2006/main" noGrp="1"/>
          </p:cNvSpPr>
          <p:nvPr/>
        </p:nvSpPr>
        <p:spPr>
          <a:xfrm xmlns:a="http://schemas.openxmlformats.org/drawingml/2006/main">
            <a:off x="8991600" y="355282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FFFFFF"/>
                </a:solidFill>
                <a:latin typeface="Arial"/>
                <a:ea typeface="Arial"/>
                <a:cs typeface="Arial"/>
              </a:defRPr>
            </a:defPPr>
            <a:lvl1pPr>
              <a:defRPr sz="1500" b="0">
                <a:solidFill>
                  <a:srgbClr val="FFFFFF"/>
                </a:solidFill>
                <a:latin typeface="Arial"/>
                <a:ea typeface="Arial"/>
                <a:cs typeface="Arial"/>
              </a:defRPr>
            </a:lvl1pPr>
            <a:lvl2pPr>
              <a:defRPr sz="1500" b="0">
                <a:solidFill>
                  <a:srgbClr val="FFFFFF"/>
                </a:solidFill>
                <a:latin typeface="Arial"/>
                <a:ea typeface="Arial"/>
                <a:cs typeface="Arial"/>
              </a:defRPr>
            </a:lvl2pPr>
            <a:lvl3pPr>
              <a:defRPr sz="1500" b="0">
                <a:solidFill>
                  <a:srgbClr val="FFFFFF"/>
                </a:solidFill>
                <a:latin typeface="Arial"/>
                <a:ea typeface="Arial"/>
                <a:cs typeface="Arial"/>
              </a:defRPr>
            </a:lvl3pPr>
            <a:lvl4pPr>
              <a:defRPr sz="1500" b="0">
                <a:solidFill>
                  <a:srgbClr val="FFFFFF"/>
                </a:solidFill>
                <a:latin typeface="Arial"/>
                <a:ea typeface="Arial"/>
                <a:cs typeface="Arial"/>
              </a:defRPr>
            </a:lvl4pPr>
            <a:lvl5pPr>
              <a:defRPr sz="1500" b="0">
                <a:solidFill>
                  <a:srgbClr val="FFFFFF"/>
                </a:solidFill>
                <a:latin typeface="Arial"/>
                <a:ea typeface="Arial"/>
                <a:cs typeface="Arial"/>
              </a:defRPr>
            </a:lvl5pPr>
            <a:lvl6pPr>
              <a:defRPr sz="1500" b="0">
                <a:solidFill>
                  <a:srgbClr val="FFFFFF"/>
                </a:solidFill>
                <a:latin typeface="Arial"/>
                <a:ea typeface="Arial"/>
                <a:cs typeface="Arial"/>
              </a:defRPr>
            </a:lvl6pPr>
            <a:lvl7pPr>
              <a:defRPr sz="1500" b="0">
                <a:solidFill>
                  <a:srgbClr val="FFFFFF"/>
                </a:solidFill>
                <a:latin typeface="Arial"/>
                <a:ea typeface="Arial"/>
                <a:cs typeface="Arial"/>
              </a:defRPr>
            </a:lvl7pPr>
            <a:lvl8pPr>
              <a:defRPr sz="1500" b="0">
                <a:solidFill>
                  <a:srgbClr val="FFFFFF"/>
                </a:solidFill>
                <a:latin typeface="Arial"/>
                <a:ea typeface="Arial"/>
                <a:cs typeface="Arial"/>
              </a:defRPr>
            </a:lvl8pPr>
            <a:lvl9pPr>
              <a:defRPr sz="1500" b="0">
                <a:solidFill>
                  <a:srgbClr val="FFFFFF"/>
                </a:solidFill>
                <a:latin typeface="Arial"/>
                <a:ea typeface="Arial"/>
                <a:cs typeface="Arial"/>
              </a:defRPr>
            </a:lvl9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Vendor verification</a:t>
            </a:r>
          </a:p>
        </p:txBody>
      </p:sp>
      <p:sp>
        <p:nvSpPr>
          <p:cNvPr id="15" name="">
            <a:extLst xmlns:a="http://schemas.openxmlformats.org/drawingml/2006/main">
              <a:ext uri="{FF2B5EF4-FFF2-40B4-BE49-F238E27FC236}">
                <a16:creationId xmlns:a16="http://schemas.microsoft.com/office/drawing/2014/main" id="{014ECED1-A9D1-4C6B-9193-1631348DD7B7}"/>
              </a:ext>
            </a:extLst>
          </p:cNvPr>
          <p:cNvSpPr>
            <a:spLocks xmlns:a="http://schemas.openxmlformats.org/drawingml/2006/main" noGrp="1"/>
          </p:cNvSpPr>
          <p:nvPr/>
        </p:nvSpPr>
        <p:spPr>
          <a:xfrm xmlns:a="http://schemas.openxmlformats.org/drawingml/2006/main">
            <a:off x="8848725" y="4248150"/>
            <a:ext cx="2362200" cy="14288"/>
          </a:xfrm>
          <a:prstGeom xmlns:a="http://schemas.openxmlformats.org/drawingml/2006/main" prst="rect">
            <a:avLst/>
          </a:prstGeom>
          <a:solidFill xmlns:a="http://schemas.openxmlformats.org/drawingml/2006/main">
            <a:srgbClr val="41566F"/>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9B99F3A0-2815-4B0A-9593-AFBA7CC68592}"/>
              </a:ext>
            </a:extLst>
          </p:cNvPr>
          <p:cNvSpPr>
            <a:spLocks xmlns:a="http://schemas.openxmlformats.org/drawingml/2006/main" noGrp="1"/>
          </p:cNvSpPr>
          <p:nvPr/>
        </p:nvSpPr>
        <p:spPr>
          <a:xfrm xmlns:a="http://schemas.openxmlformats.org/drawingml/2006/main">
            <a:off x="8848725" y="4476750"/>
            <a:ext cx="2362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C3ED7C"/>
                </a:solidFill>
                <a:latin typeface="Arial"/>
                <a:ea typeface="Arial"/>
                <a:cs typeface="Arial"/>
              </a:defRPr>
            </a:defPPr>
            <a:lvl1pPr>
              <a:defRPr sz="1725" b="1">
                <a:solidFill>
                  <a:srgbClr val="C3ED7C"/>
                </a:solidFill>
                <a:latin typeface="Arial"/>
                <a:ea typeface="Arial"/>
                <a:cs typeface="Arial"/>
              </a:defRPr>
            </a:lvl1pPr>
            <a:lvl2pPr>
              <a:defRPr sz="1725" b="1">
                <a:solidFill>
                  <a:srgbClr val="C3ED7C"/>
                </a:solidFill>
                <a:latin typeface="Arial"/>
                <a:ea typeface="Arial"/>
                <a:cs typeface="Arial"/>
              </a:defRPr>
            </a:lvl2pPr>
            <a:lvl3pPr>
              <a:defRPr sz="1725" b="1">
                <a:solidFill>
                  <a:srgbClr val="C3ED7C"/>
                </a:solidFill>
                <a:latin typeface="Arial"/>
                <a:ea typeface="Arial"/>
                <a:cs typeface="Arial"/>
              </a:defRPr>
            </a:lvl3pPr>
            <a:lvl4pPr>
              <a:defRPr sz="1725" b="1">
                <a:solidFill>
                  <a:srgbClr val="C3ED7C"/>
                </a:solidFill>
                <a:latin typeface="Arial"/>
                <a:ea typeface="Arial"/>
                <a:cs typeface="Arial"/>
              </a:defRPr>
            </a:lvl4pPr>
            <a:lvl5pPr>
              <a:defRPr sz="1725" b="1">
                <a:solidFill>
                  <a:srgbClr val="C3ED7C"/>
                </a:solidFill>
                <a:latin typeface="Arial"/>
                <a:ea typeface="Arial"/>
                <a:cs typeface="Arial"/>
              </a:defRPr>
            </a:lvl5pPr>
            <a:lvl6pPr>
              <a:defRPr sz="1725" b="1">
                <a:solidFill>
                  <a:srgbClr val="C3ED7C"/>
                </a:solidFill>
                <a:latin typeface="Arial"/>
                <a:ea typeface="Arial"/>
                <a:cs typeface="Arial"/>
              </a:defRPr>
            </a:lvl6pPr>
            <a:lvl7pPr>
              <a:defRPr sz="1725" b="1">
                <a:solidFill>
                  <a:srgbClr val="C3ED7C"/>
                </a:solidFill>
                <a:latin typeface="Arial"/>
                <a:ea typeface="Arial"/>
                <a:cs typeface="Arial"/>
              </a:defRPr>
            </a:lvl7pPr>
            <a:lvl8pPr>
              <a:defRPr sz="1725" b="1">
                <a:solidFill>
                  <a:srgbClr val="C3ED7C"/>
                </a:solidFill>
                <a:latin typeface="Arial"/>
                <a:ea typeface="Arial"/>
                <a:cs typeface="Arial"/>
              </a:defRPr>
            </a:lvl8pPr>
            <a:lvl9pPr>
              <a:defRPr sz="1725" b="1">
                <a:solidFill>
                  <a:srgbClr val="C3ED7C"/>
                </a:solidFill>
                <a:latin typeface="Arial"/>
                <a:ea typeface="Arial"/>
                <a:cs typeface="Arial"/>
              </a:defRPr>
            </a:lvl9pPr>
          </a:lstStyle>
          <a:p xmlns:a="http://schemas.openxmlformats.org/drawingml/2006/main">
            <a:pPr>
              <a:defRPr sz="1725" b="1">
                <a:solidFill>
                  <a:srgbClr val="C3ED7C"/>
                </a:solidFill>
                <a:latin typeface="Arial"/>
                <a:ea typeface="Arial"/>
                <a:cs typeface="Arial"/>
              </a:defRPr>
            </a:pPr>
            <a:r>
              <a:rPr sz="1725" b="1">
                <a:solidFill>
                  <a:srgbClr val="C3ED7C"/>
                </a:solidFill>
                <a:latin typeface="Arial"/>
                <a:ea typeface="Arial"/>
                <a:cs typeface="Arial"/>
              </a:rPr>
              <a:t>Verified recommendation</a:t>
            </a:r>
          </a:p>
        </p:txBody>
      </p:sp>
    </p:spTree>
    <p:extLst>
      <p:ext uri="{BB962C8B-B14F-4D97-AF65-F5344CB8AC3E}">
        <p14:creationId xmlns:p14="http://schemas.microsoft.com/office/powerpoint/2010/main" val="707693129"/>
      </p:ext>
    </p:extLst>
  </p:cSld>
</p:sld>
</file>

<file path=ppt/slides/slide2.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D1673328-0876-4651-B421-0D5D653C4B39}"/>
              </a:ext>
            </a:extLst>
          </p:cNvPr>
          <p:cNvSpPr>
            <a:spLocks xmlns:a="http://schemas.openxmlformats.org/drawingml/2006/main" noGrp="1"/>
          </p:cNvSpPr>
          <p:nvPr/>
        </p:nvSpPr>
        <p:spPr>
          <a:xfrm xmlns:a="http://schemas.openxmlformats.org/drawingml/2006/main">
            <a:off x="609600" y="552450"/>
            <a:ext cx="10858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2A42"/>
                </a:solidFill>
                <a:latin typeface="Arial"/>
                <a:ea typeface="Arial"/>
                <a:cs typeface="Arial"/>
              </a:defRPr>
            </a:defPPr>
            <a:lvl1pPr>
              <a:defRPr sz="3450" b="1">
                <a:solidFill>
                  <a:srgbClr val="172A42"/>
                </a:solidFill>
                <a:latin typeface="Arial"/>
                <a:ea typeface="Arial"/>
                <a:cs typeface="Arial"/>
              </a:defRPr>
            </a:lvl1pPr>
            <a:lvl2pPr>
              <a:defRPr sz="3450" b="1">
                <a:solidFill>
                  <a:srgbClr val="172A42"/>
                </a:solidFill>
                <a:latin typeface="Arial"/>
                <a:ea typeface="Arial"/>
                <a:cs typeface="Arial"/>
              </a:defRPr>
            </a:lvl2pPr>
            <a:lvl3pPr>
              <a:defRPr sz="3450" b="1">
                <a:solidFill>
                  <a:srgbClr val="172A42"/>
                </a:solidFill>
                <a:latin typeface="Arial"/>
                <a:ea typeface="Arial"/>
                <a:cs typeface="Arial"/>
              </a:defRPr>
            </a:lvl3pPr>
            <a:lvl4pPr>
              <a:defRPr sz="3450" b="1">
                <a:solidFill>
                  <a:srgbClr val="172A42"/>
                </a:solidFill>
                <a:latin typeface="Arial"/>
                <a:ea typeface="Arial"/>
                <a:cs typeface="Arial"/>
              </a:defRPr>
            </a:lvl4pPr>
            <a:lvl5pPr>
              <a:defRPr sz="3450" b="1">
                <a:solidFill>
                  <a:srgbClr val="172A42"/>
                </a:solidFill>
                <a:latin typeface="Arial"/>
                <a:ea typeface="Arial"/>
                <a:cs typeface="Arial"/>
              </a:defRPr>
            </a:lvl5pPr>
            <a:lvl6pPr>
              <a:defRPr sz="3450" b="1">
                <a:solidFill>
                  <a:srgbClr val="172A42"/>
                </a:solidFill>
                <a:latin typeface="Arial"/>
                <a:ea typeface="Arial"/>
                <a:cs typeface="Arial"/>
              </a:defRPr>
            </a:lvl6pPr>
            <a:lvl7pPr>
              <a:defRPr sz="3450" b="1">
                <a:solidFill>
                  <a:srgbClr val="172A42"/>
                </a:solidFill>
                <a:latin typeface="Arial"/>
                <a:ea typeface="Arial"/>
                <a:cs typeface="Arial"/>
              </a:defRPr>
            </a:lvl7pPr>
            <a:lvl8pPr>
              <a:defRPr sz="3450" b="1">
                <a:solidFill>
                  <a:srgbClr val="172A42"/>
                </a:solidFill>
                <a:latin typeface="Arial"/>
                <a:ea typeface="Arial"/>
                <a:cs typeface="Arial"/>
              </a:defRPr>
            </a:lvl8pPr>
            <a:lvl9pPr>
              <a:defRPr sz="3450" b="1">
                <a:solidFill>
                  <a:srgbClr val="172A42"/>
                </a:solidFill>
                <a:latin typeface="Arial"/>
                <a:ea typeface="Arial"/>
                <a:cs typeface="Arial"/>
              </a:defRPr>
            </a:lvl9pPr>
          </a:lstStyle>
          <a:p xmlns:a="http://schemas.openxmlformats.org/drawingml/2006/main">
            <a:pPr>
              <a:defRPr sz="3450" b="1">
                <a:solidFill>
                  <a:srgbClr val="172A42"/>
                </a:solidFill>
                <a:latin typeface="Arial"/>
                <a:ea typeface="Arial"/>
                <a:cs typeface="Arial"/>
              </a:defRPr>
            </a:pPr>
            <a:r>
              <a:rPr sz="3450" b="1">
                <a:solidFill>
                  <a:srgbClr val="172A42"/>
                </a:solidFill>
                <a:latin typeface="Arial"/>
                <a:ea typeface="Arial"/>
                <a:cs typeface="Arial"/>
              </a:rPr>
              <a:t>A flag starts another investigation.</a:t>
            </a:r>
          </a:p>
        </p:txBody>
      </p:sp>
      <p:sp>
        <p:nvSpPr>
          <p:cNvPr id="2" name="text">
            <a:extLst xmlns:a="http://schemas.openxmlformats.org/drawingml/2006/main">
              <a:ext uri="{FF2B5EF4-FFF2-40B4-BE49-F238E27FC236}">
                <a16:creationId xmlns:a16="http://schemas.microsoft.com/office/drawing/2014/main" id="{8D141759-F806-4A38-BB22-2E7AD34C574D}"/>
              </a:ext>
            </a:extLst>
          </p:cNvPr>
          <p:cNvSpPr>
            <a:spLocks xmlns:a="http://schemas.openxmlformats.org/drawingml/2006/main" noGrp="1"/>
          </p:cNvSpPr>
          <p:nvPr/>
        </p:nvSpPr>
        <p:spPr>
          <a:xfrm xmlns:a="http://schemas.openxmlformats.org/drawingml/2006/main">
            <a:off x="11049000"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D6D82"/>
                </a:solidFill>
                <a:latin typeface="Arial"/>
                <a:ea typeface="Arial"/>
                <a:cs typeface="Arial"/>
              </a:defRPr>
            </a:defPPr>
            <a:lvl1pPr>
              <a:defRPr sz="1200" b="0">
                <a:solidFill>
                  <a:srgbClr val="5D6D82"/>
                </a:solidFill>
                <a:latin typeface="Arial"/>
                <a:ea typeface="Arial"/>
                <a:cs typeface="Arial"/>
              </a:defRPr>
            </a:lvl1pPr>
            <a:lvl2pPr>
              <a:defRPr sz="1200" b="0">
                <a:solidFill>
                  <a:srgbClr val="5D6D82"/>
                </a:solidFill>
                <a:latin typeface="Arial"/>
                <a:ea typeface="Arial"/>
                <a:cs typeface="Arial"/>
              </a:defRPr>
            </a:lvl2pPr>
            <a:lvl3pPr>
              <a:defRPr sz="1200" b="0">
                <a:solidFill>
                  <a:srgbClr val="5D6D82"/>
                </a:solidFill>
                <a:latin typeface="Arial"/>
                <a:ea typeface="Arial"/>
                <a:cs typeface="Arial"/>
              </a:defRPr>
            </a:lvl3pPr>
            <a:lvl4pPr>
              <a:defRPr sz="1200" b="0">
                <a:solidFill>
                  <a:srgbClr val="5D6D82"/>
                </a:solidFill>
                <a:latin typeface="Arial"/>
                <a:ea typeface="Arial"/>
                <a:cs typeface="Arial"/>
              </a:defRPr>
            </a:lvl4pPr>
            <a:lvl5pPr>
              <a:defRPr sz="1200" b="0">
                <a:solidFill>
                  <a:srgbClr val="5D6D82"/>
                </a:solidFill>
                <a:latin typeface="Arial"/>
                <a:ea typeface="Arial"/>
                <a:cs typeface="Arial"/>
              </a:defRPr>
            </a:lvl5pPr>
            <a:lvl6pPr>
              <a:defRPr sz="1200" b="0">
                <a:solidFill>
                  <a:srgbClr val="5D6D82"/>
                </a:solidFill>
                <a:latin typeface="Arial"/>
                <a:ea typeface="Arial"/>
                <a:cs typeface="Arial"/>
              </a:defRPr>
            </a:lvl6pPr>
            <a:lvl7pPr>
              <a:defRPr sz="1200" b="0">
                <a:solidFill>
                  <a:srgbClr val="5D6D82"/>
                </a:solidFill>
                <a:latin typeface="Arial"/>
                <a:ea typeface="Arial"/>
                <a:cs typeface="Arial"/>
              </a:defRPr>
            </a:lvl7pPr>
            <a:lvl8pPr>
              <a:defRPr sz="1200" b="0">
                <a:solidFill>
                  <a:srgbClr val="5D6D82"/>
                </a:solidFill>
                <a:latin typeface="Arial"/>
                <a:ea typeface="Arial"/>
                <a:cs typeface="Arial"/>
              </a:defRPr>
            </a:lvl8pPr>
            <a:lvl9pPr>
              <a:defRPr sz="1200" b="0">
                <a:solidFill>
                  <a:srgbClr val="5D6D82"/>
                </a:solidFill>
                <a:latin typeface="Arial"/>
                <a:ea typeface="Arial"/>
                <a:cs typeface="Arial"/>
              </a:defRPr>
            </a:lvl9pPr>
          </a:lstStyle>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02</a:t>
            </a:r>
          </a:p>
        </p:txBody>
      </p:sp>
      <p:sp>
        <p:nvSpPr>
          <p:cNvPr id="3" name="text">
            <a:extLst xmlns:a="http://schemas.openxmlformats.org/drawingml/2006/main">
              <a:ext uri="{FF2B5EF4-FFF2-40B4-BE49-F238E27FC236}">
                <a16:creationId xmlns:a16="http://schemas.microsoft.com/office/drawing/2014/main" id="{CF3C3386-158E-40D5-8421-54823EE02A4A}"/>
              </a:ext>
            </a:extLst>
          </p:cNvPr>
          <p:cNvSpPr>
            <a:spLocks xmlns:a="http://schemas.openxmlformats.org/drawingml/2006/main" noGrp="1"/>
          </p:cNvSpPr>
          <p:nvPr/>
        </p:nvSpPr>
        <p:spPr>
          <a:xfrm xmlns:a="http://schemas.openxmlformats.org/drawingml/2006/main">
            <a:off x="609600" y="18764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67F74"/>
                </a:solidFill>
                <a:latin typeface="Arial"/>
                <a:ea typeface="Arial"/>
                <a:cs typeface="Arial"/>
              </a:defRPr>
            </a:defPPr>
            <a:lvl1pPr>
              <a:defRPr sz="2250" b="1">
                <a:solidFill>
                  <a:srgbClr val="167F74"/>
                </a:solidFill>
                <a:latin typeface="Arial"/>
                <a:ea typeface="Arial"/>
                <a:cs typeface="Arial"/>
              </a:defRPr>
            </a:lvl1pPr>
            <a:lvl2pPr>
              <a:defRPr sz="2250" b="1">
                <a:solidFill>
                  <a:srgbClr val="167F74"/>
                </a:solidFill>
                <a:latin typeface="Arial"/>
                <a:ea typeface="Arial"/>
                <a:cs typeface="Arial"/>
              </a:defRPr>
            </a:lvl2pPr>
            <a:lvl3pPr>
              <a:defRPr sz="2250" b="1">
                <a:solidFill>
                  <a:srgbClr val="167F74"/>
                </a:solidFill>
                <a:latin typeface="Arial"/>
                <a:ea typeface="Arial"/>
                <a:cs typeface="Arial"/>
              </a:defRPr>
            </a:lvl3pPr>
            <a:lvl4pPr>
              <a:defRPr sz="2250" b="1">
                <a:solidFill>
                  <a:srgbClr val="167F74"/>
                </a:solidFill>
                <a:latin typeface="Arial"/>
                <a:ea typeface="Arial"/>
                <a:cs typeface="Arial"/>
              </a:defRPr>
            </a:lvl4pPr>
            <a:lvl5pPr>
              <a:defRPr sz="2250" b="1">
                <a:solidFill>
                  <a:srgbClr val="167F74"/>
                </a:solidFill>
                <a:latin typeface="Arial"/>
                <a:ea typeface="Arial"/>
                <a:cs typeface="Arial"/>
              </a:defRPr>
            </a:lvl5pPr>
            <a:lvl6pPr>
              <a:defRPr sz="2250" b="1">
                <a:solidFill>
                  <a:srgbClr val="167F74"/>
                </a:solidFill>
                <a:latin typeface="Arial"/>
                <a:ea typeface="Arial"/>
                <a:cs typeface="Arial"/>
              </a:defRPr>
            </a:lvl6pPr>
            <a:lvl7pPr>
              <a:defRPr sz="2250" b="1">
                <a:solidFill>
                  <a:srgbClr val="167F74"/>
                </a:solidFill>
                <a:latin typeface="Arial"/>
                <a:ea typeface="Arial"/>
                <a:cs typeface="Arial"/>
              </a:defRPr>
            </a:lvl7pPr>
            <a:lvl8pPr>
              <a:defRPr sz="2250" b="1">
                <a:solidFill>
                  <a:srgbClr val="167F74"/>
                </a:solidFill>
                <a:latin typeface="Arial"/>
                <a:ea typeface="Arial"/>
                <a:cs typeface="Arial"/>
              </a:defRPr>
            </a:lvl8pPr>
            <a:lvl9pPr>
              <a:defRPr sz="2250" b="1">
                <a:solidFill>
                  <a:srgbClr val="167F74"/>
                </a:solidFill>
                <a:latin typeface="Arial"/>
                <a:ea typeface="Arial"/>
                <a:cs typeface="Arial"/>
              </a:defRPr>
            </a:lvl9pPr>
          </a:lstStyle>
          <a:p xmlns:a="http://schemas.openxmlformats.org/drawingml/2006/main">
            <a:pPr>
              <a:defRPr sz="2250" b="1">
                <a:solidFill>
                  <a:srgbClr val="167F74"/>
                </a:solidFill>
                <a:latin typeface="Arial"/>
                <a:ea typeface="Arial"/>
                <a:cs typeface="Arial"/>
              </a:defRPr>
            </a:pPr>
            <a:r>
              <a:rPr sz="2250" b="1">
                <a:solidFill>
                  <a:srgbClr val="167F74"/>
                </a:solidFill>
                <a:latin typeface="Arial"/>
                <a:ea typeface="Arial"/>
                <a:cs typeface="Arial"/>
              </a:rPr>
              <a:t>The records are separated.</a:t>
            </a:r>
          </a:p>
        </p:txBody>
      </p:sp>
      <p:sp>
        <p:nvSpPr>
          <p:cNvPr id="4" name="">
            <a:extLst xmlns:a="http://schemas.openxmlformats.org/drawingml/2006/main">
              <a:ext uri="{FF2B5EF4-FFF2-40B4-BE49-F238E27FC236}">
                <a16:creationId xmlns:a16="http://schemas.microsoft.com/office/drawing/2014/main" id="{E314E144-75B9-4FF5-9AE6-736D52A85B2E}"/>
              </a:ext>
            </a:extLst>
          </p:cNvPr>
          <p:cNvSpPr>
            <a:spLocks xmlns:a="http://schemas.openxmlformats.org/drawingml/2006/main" noGrp="1"/>
          </p:cNvSpPr>
          <p:nvPr/>
        </p:nvSpPr>
        <p:spPr>
          <a:xfrm xmlns:a="http://schemas.openxmlformats.org/drawingml/2006/main">
            <a:off x="609600" y="2571750"/>
            <a:ext cx="4476750" cy="14288"/>
          </a:xfrm>
          <a:prstGeom xmlns:a="http://schemas.openxmlformats.org/drawingml/2006/main" prst="rect">
            <a:avLst/>
          </a:prstGeom>
          <a:solidFill xmlns:a="http://schemas.openxmlformats.org/drawingml/2006/main">
            <a:srgbClr val="D8E0EA"/>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13D19C32-0501-46E4-9B20-BF427232B8FB}"/>
              </a:ext>
            </a:extLst>
          </p:cNvPr>
          <p:cNvSpPr>
            <a:spLocks xmlns:a="http://schemas.openxmlformats.org/drawingml/2006/main" noGrp="1"/>
          </p:cNvSpPr>
          <p:nvPr/>
        </p:nvSpPr>
        <p:spPr>
          <a:xfrm xmlns:a="http://schemas.openxmlformats.org/drawingml/2006/main">
            <a:off x="609600" y="269557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2A42"/>
                </a:solidFill>
                <a:latin typeface="Arial"/>
                <a:ea typeface="Arial"/>
                <a:cs typeface="Arial"/>
              </a:defRPr>
            </a:defPPr>
            <a:lvl1pPr>
              <a:defRPr sz="2025" b="0">
                <a:solidFill>
                  <a:srgbClr val="172A42"/>
                </a:solidFill>
                <a:latin typeface="Arial"/>
                <a:ea typeface="Arial"/>
                <a:cs typeface="Arial"/>
              </a:defRPr>
            </a:lvl1pPr>
            <a:lvl2pPr>
              <a:defRPr sz="2025" b="0">
                <a:solidFill>
                  <a:srgbClr val="172A42"/>
                </a:solidFill>
                <a:latin typeface="Arial"/>
                <a:ea typeface="Arial"/>
                <a:cs typeface="Arial"/>
              </a:defRPr>
            </a:lvl2pPr>
            <a:lvl3pPr>
              <a:defRPr sz="2025" b="0">
                <a:solidFill>
                  <a:srgbClr val="172A42"/>
                </a:solidFill>
                <a:latin typeface="Arial"/>
                <a:ea typeface="Arial"/>
                <a:cs typeface="Arial"/>
              </a:defRPr>
            </a:lvl3pPr>
            <a:lvl4pPr>
              <a:defRPr sz="2025" b="0">
                <a:solidFill>
                  <a:srgbClr val="172A42"/>
                </a:solidFill>
                <a:latin typeface="Arial"/>
                <a:ea typeface="Arial"/>
                <a:cs typeface="Arial"/>
              </a:defRPr>
            </a:lvl4pPr>
            <a:lvl5pPr>
              <a:defRPr sz="2025" b="0">
                <a:solidFill>
                  <a:srgbClr val="172A42"/>
                </a:solidFill>
                <a:latin typeface="Arial"/>
                <a:ea typeface="Arial"/>
                <a:cs typeface="Arial"/>
              </a:defRPr>
            </a:lvl5pPr>
            <a:lvl6pPr>
              <a:defRPr sz="2025" b="0">
                <a:solidFill>
                  <a:srgbClr val="172A42"/>
                </a:solidFill>
                <a:latin typeface="Arial"/>
                <a:ea typeface="Arial"/>
                <a:cs typeface="Arial"/>
              </a:defRPr>
            </a:lvl6pPr>
            <a:lvl7pPr>
              <a:defRPr sz="2025" b="0">
                <a:solidFill>
                  <a:srgbClr val="172A42"/>
                </a:solidFill>
                <a:latin typeface="Arial"/>
                <a:ea typeface="Arial"/>
                <a:cs typeface="Arial"/>
              </a:defRPr>
            </a:lvl7pPr>
            <a:lvl8pPr>
              <a:defRPr sz="2025" b="0">
                <a:solidFill>
                  <a:srgbClr val="172A42"/>
                </a:solidFill>
                <a:latin typeface="Arial"/>
                <a:ea typeface="Arial"/>
                <a:cs typeface="Arial"/>
              </a:defRPr>
            </a:lvl8pPr>
            <a:lvl9pPr>
              <a:defRPr sz="2025" b="0">
                <a:solidFill>
                  <a:srgbClr val="172A42"/>
                </a:solidFill>
                <a:latin typeface="Arial"/>
                <a:ea typeface="Arial"/>
                <a:cs typeface="Arial"/>
              </a:defRPr>
            </a:lvl9pPr>
          </a:lstStyle>
          <a:p xmlns:a="http://schemas.openxmlformats.org/drawingml/2006/main">
            <a:pPr>
              <a:defRPr sz="2025" b="0">
                <a:solidFill>
                  <a:srgbClr val="172A42"/>
                </a:solidFill>
                <a:latin typeface="Arial"/>
                <a:ea typeface="Arial"/>
                <a:cs typeface="Arial"/>
              </a:defRPr>
            </a:pPr>
            <a:r>
              <a:rPr sz="2025" b="0">
                <a:solidFill>
                  <a:srgbClr val="172A42"/>
                </a:solidFill>
                <a:latin typeface="Arial"/>
                <a:ea typeface="Arial"/>
                <a:cs typeface="Arial"/>
              </a:rPr>
              <a:t>Invoice</a:t>
            </a:r>
          </a:p>
        </p:txBody>
      </p:sp>
      <p:sp>
        <p:nvSpPr>
          <p:cNvPr id="6" name="">
            <a:extLst xmlns:a="http://schemas.openxmlformats.org/drawingml/2006/main">
              <a:ext uri="{FF2B5EF4-FFF2-40B4-BE49-F238E27FC236}">
                <a16:creationId xmlns:a16="http://schemas.microsoft.com/office/drawing/2014/main" id="{1CD1132C-FF19-4F6F-9A98-CC54C84B0F8B}"/>
              </a:ext>
            </a:extLst>
          </p:cNvPr>
          <p:cNvSpPr>
            <a:spLocks xmlns:a="http://schemas.openxmlformats.org/drawingml/2006/main" noGrp="1"/>
          </p:cNvSpPr>
          <p:nvPr/>
        </p:nvSpPr>
        <p:spPr>
          <a:xfrm xmlns:a="http://schemas.openxmlformats.org/drawingml/2006/main">
            <a:off x="609600" y="3190875"/>
            <a:ext cx="4476750" cy="14288"/>
          </a:xfrm>
          <a:prstGeom xmlns:a="http://schemas.openxmlformats.org/drawingml/2006/main" prst="rect">
            <a:avLst/>
          </a:prstGeom>
          <a:solidFill xmlns:a="http://schemas.openxmlformats.org/drawingml/2006/main">
            <a:srgbClr val="D8E0EA"/>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101E648A-43B0-46DB-83D8-668A2062AAC2}"/>
              </a:ext>
            </a:extLst>
          </p:cNvPr>
          <p:cNvSpPr>
            <a:spLocks xmlns:a="http://schemas.openxmlformats.org/drawingml/2006/main" noGrp="1"/>
          </p:cNvSpPr>
          <p:nvPr/>
        </p:nvSpPr>
        <p:spPr>
          <a:xfrm xmlns:a="http://schemas.openxmlformats.org/drawingml/2006/main">
            <a:off x="609600" y="33147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2A42"/>
                </a:solidFill>
                <a:latin typeface="Arial"/>
                <a:ea typeface="Arial"/>
                <a:cs typeface="Arial"/>
              </a:defRPr>
            </a:defPPr>
            <a:lvl1pPr>
              <a:defRPr sz="2025" b="0">
                <a:solidFill>
                  <a:srgbClr val="172A42"/>
                </a:solidFill>
                <a:latin typeface="Arial"/>
                <a:ea typeface="Arial"/>
                <a:cs typeface="Arial"/>
              </a:defRPr>
            </a:lvl1pPr>
            <a:lvl2pPr>
              <a:defRPr sz="2025" b="0">
                <a:solidFill>
                  <a:srgbClr val="172A42"/>
                </a:solidFill>
                <a:latin typeface="Arial"/>
                <a:ea typeface="Arial"/>
                <a:cs typeface="Arial"/>
              </a:defRPr>
            </a:lvl2pPr>
            <a:lvl3pPr>
              <a:defRPr sz="2025" b="0">
                <a:solidFill>
                  <a:srgbClr val="172A42"/>
                </a:solidFill>
                <a:latin typeface="Arial"/>
                <a:ea typeface="Arial"/>
                <a:cs typeface="Arial"/>
              </a:defRPr>
            </a:lvl3pPr>
            <a:lvl4pPr>
              <a:defRPr sz="2025" b="0">
                <a:solidFill>
                  <a:srgbClr val="172A42"/>
                </a:solidFill>
                <a:latin typeface="Arial"/>
                <a:ea typeface="Arial"/>
                <a:cs typeface="Arial"/>
              </a:defRPr>
            </a:lvl4pPr>
            <a:lvl5pPr>
              <a:defRPr sz="2025" b="0">
                <a:solidFill>
                  <a:srgbClr val="172A42"/>
                </a:solidFill>
                <a:latin typeface="Arial"/>
                <a:ea typeface="Arial"/>
                <a:cs typeface="Arial"/>
              </a:defRPr>
            </a:lvl5pPr>
            <a:lvl6pPr>
              <a:defRPr sz="2025" b="0">
                <a:solidFill>
                  <a:srgbClr val="172A42"/>
                </a:solidFill>
                <a:latin typeface="Arial"/>
                <a:ea typeface="Arial"/>
                <a:cs typeface="Arial"/>
              </a:defRPr>
            </a:lvl6pPr>
            <a:lvl7pPr>
              <a:defRPr sz="2025" b="0">
                <a:solidFill>
                  <a:srgbClr val="172A42"/>
                </a:solidFill>
                <a:latin typeface="Arial"/>
                <a:ea typeface="Arial"/>
                <a:cs typeface="Arial"/>
              </a:defRPr>
            </a:lvl7pPr>
            <a:lvl8pPr>
              <a:defRPr sz="2025" b="0">
                <a:solidFill>
                  <a:srgbClr val="172A42"/>
                </a:solidFill>
                <a:latin typeface="Arial"/>
                <a:ea typeface="Arial"/>
                <a:cs typeface="Arial"/>
              </a:defRPr>
            </a:lvl8pPr>
            <a:lvl9pPr>
              <a:defRPr sz="2025" b="0">
                <a:solidFill>
                  <a:srgbClr val="172A42"/>
                </a:solidFill>
                <a:latin typeface="Arial"/>
                <a:ea typeface="Arial"/>
                <a:cs typeface="Arial"/>
              </a:defRPr>
            </a:lvl9pPr>
          </a:lstStyle>
          <a:p xmlns:a="http://schemas.openxmlformats.org/drawingml/2006/main">
            <a:pPr>
              <a:defRPr sz="2025" b="0">
                <a:solidFill>
                  <a:srgbClr val="172A42"/>
                </a:solidFill>
                <a:latin typeface="Arial"/>
                <a:ea typeface="Arial"/>
                <a:cs typeface="Arial"/>
              </a:defRPr>
            </a:pPr>
            <a:r>
              <a:rPr sz="2025" b="0">
                <a:solidFill>
                  <a:srgbClr val="172A42"/>
                </a:solidFill>
                <a:latin typeface="Arial"/>
                <a:ea typeface="Arial"/>
                <a:cs typeface="Arial"/>
              </a:rPr>
              <a:t>Purchase order</a:t>
            </a:r>
          </a:p>
        </p:txBody>
      </p:sp>
      <p:sp>
        <p:nvSpPr>
          <p:cNvPr id="8" name="">
            <a:extLst xmlns:a="http://schemas.openxmlformats.org/drawingml/2006/main">
              <a:ext uri="{FF2B5EF4-FFF2-40B4-BE49-F238E27FC236}">
                <a16:creationId xmlns:a16="http://schemas.microsoft.com/office/drawing/2014/main" id="{BF70D504-ED83-43AE-819D-EFEC13750549}"/>
              </a:ext>
            </a:extLst>
          </p:cNvPr>
          <p:cNvSpPr>
            <a:spLocks xmlns:a="http://schemas.openxmlformats.org/drawingml/2006/main" noGrp="1"/>
          </p:cNvSpPr>
          <p:nvPr/>
        </p:nvSpPr>
        <p:spPr>
          <a:xfrm xmlns:a="http://schemas.openxmlformats.org/drawingml/2006/main">
            <a:off x="609600" y="3810000"/>
            <a:ext cx="4476750" cy="14288"/>
          </a:xfrm>
          <a:prstGeom xmlns:a="http://schemas.openxmlformats.org/drawingml/2006/main" prst="rect">
            <a:avLst/>
          </a:prstGeom>
          <a:solidFill xmlns:a="http://schemas.openxmlformats.org/drawingml/2006/main">
            <a:srgbClr val="D8E0EA"/>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5F62B341-5186-492B-915E-8EE1BFD7774F}"/>
              </a:ext>
            </a:extLst>
          </p:cNvPr>
          <p:cNvSpPr>
            <a:spLocks xmlns:a="http://schemas.openxmlformats.org/drawingml/2006/main" noGrp="1"/>
          </p:cNvSpPr>
          <p:nvPr/>
        </p:nvSpPr>
        <p:spPr>
          <a:xfrm xmlns:a="http://schemas.openxmlformats.org/drawingml/2006/main">
            <a:off x="609600" y="39338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2A42"/>
                </a:solidFill>
                <a:latin typeface="Arial"/>
                <a:ea typeface="Arial"/>
                <a:cs typeface="Arial"/>
              </a:defRPr>
            </a:defPPr>
            <a:lvl1pPr>
              <a:defRPr sz="2025" b="0">
                <a:solidFill>
                  <a:srgbClr val="172A42"/>
                </a:solidFill>
                <a:latin typeface="Arial"/>
                <a:ea typeface="Arial"/>
                <a:cs typeface="Arial"/>
              </a:defRPr>
            </a:lvl1pPr>
            <a:lvl2pPr>
              <a:defRPr sz="2025" b="0">
                <a:solidFill>
                  <a:srgbClr val="172A42"/>
                </a:solidFill>
                <a:latin typeface="Arial"/>
                <a:ea typeface="Arial"/>
                <a:cs typeface="Arial"/>
              </a:defRPr>
            </a:lvl2pPr>
            <a:lvl3pPr>
              <a:defRPr sz="2025" b="0">
                <a:solidFill>
                  <a:srgbClr val="172A42"/>
                </a:solidFill>
                <a:latin typeface="Arial"/>
                <a:ea typeface="Arial"/>
                <a:cs typeface="Arial"/>
              </a:defRPr>
            </a:lvl3pPr>
            <a:lvl4pPr>
              <a:defRPr sz="2025" b="0">
                <a:solidFill>
                  <a:srgbClr val="172A42"/>
                </a:solidFill>
                <a:latin typeface="Arial"/>
                <a:ea typeface="Arial"/>
                <a:cs typeface="Arial"/>
              </a:defRPr>
            </a:lvl4pPr>
            <a:lvl5pPr>
              <a:defRPr sz="2025" b="0">
                <a:solidFill>
                  <a:srgbClr val="172A42"/>
                </a:solidFill>
                <a:latin typeface="Arial"/>
                <a:ea typeface="Arial"/>
                <a:cs typeface="Arial"/>
              </a:defRPr>
            </a:lvl5pPr>
            <a:lvl6pPr>
              <a:defRPr sz="2025" b="0">
                <a:solidFill>
                  <a:srgbClr val="172A42"/>
                </a:solidFill>
                <a:latin typeface="Arial"/>
                <a:ea typeface="Arial"/>
                <a:cs typeface="Arial"/>
              </a:defRPr>
            </a:lvl6pPr>
            <a:lvl7pPr>
              <a:defRPr sz="2025" b="0">
                <a:solidFill>
                  <a:srgbClr val="172A42"/>
                </a:solidFill>
                <a:latin typeface="Arial"/>
                <a:ea typeface="Arial"/>
                <a:cs typeface="Arial"/>
              </a:defRPr>
            </a:lvl7pPr>
            <a:lvl8pPr>
              <a:defRPr sz="2025" b="0">
                <a:solidFill>
                  <a:srgbClr val="172A42"/>
                </a:solidFill>
                <a:latin typeface="Arial"/>
                <a:ea typeface="Arial"/>
                <a:cs typeface="Arial"/>
              </a:defRPr>
            </a:lvl8pPr>
            <a:lvl9pPr>
              <a:defRPr sz="2025" b="0">
                <a:solidFill>
                  <a:srgbClr val="172A42"/>
                </a:solidFill>
                <a:latin typeface="Arial"/>
                <a:ea typeface="Arial"/>
                <a:cs typeface="Arial"/>
              </a:defRPr>
            </a:lvl9pPr>
          </a:lstStyle>
          <a:p xmlns:a="http://schemas.openxmlformats.org/drawingml/2006/main">
            <a:pPr>
              <a:defRPr sz="2025" b="0">
                <a:solidFill>
                  <a:srgbClr val="172A42"/>
                </a:solidFill>
                <a:latin typeface="Arial"/>
                <a:ea typeface="Arial"/>
                <a:cs typeface="Arial"/>
              </a:defRPr>
            </a:pPr>
            <a:r>
              <a:rPr sz="2025" b="0">
                <a:solidFill>
                  <a:srgbClr val="172A42"/>
                </a:solidFill>
                <a:latin typeface="Arial"/>
                <a:ea typeface="Arial"/>
                <a:cs typeface="Arial"/>
              </a:rPr>
              <a:t>Goods receipt</a:t>
            </a:r>
          </a:p>
        </p:txBody>
      </p:sp>
      <p:sp>
        <p:nvSpPr>
          <p:cNvPr id="10" name="">
            <a:extLst xmlns:a="http://schemas.openxmlformats.org/drawingml/2006/main">
              <a:ext uri="{FF2B5EF4-FFF2-40B4-BE49-F238E27FC236}">
                <a16:creationId xmlns:a16="http://schemas.microsoft.com/office/drawing/2014/main" id="{C0AB59BD-9BB0-4346-85DD-254881D9FAF0}"/>
              </a:ext>
            </a:extLst>
          </p:cNvPr>
          <p:cNvSpPr>
            <a:spLocks xmlns:a="http://schemas.openxmlformats.org/drawingml/2006/main" noGrp="1"/>
          </p:cNvSpPr>
          <p:nvPr/>
        </p:nvSpPr>
        <p:spPr>
          <a:xfrm xmlns:a="http://schemas.openxmlformats.org/drawingml/2006/main">
            <a:off x="609600" y="4429125"/>
            <a:ext cx="4476750" cy="14288"/>
          </a:xfrm>
          <a:prstGeom xmlns:a="http://schemas.openxmlformats.org/drawingml/2006/main" prst="rect">
            <a:avLst/>
          </a:prstGeom>
          <a:solidFill xmlns:a="http://schemas.openxmlformats.org/drawingml/2006/main">
            <a:srgbClr val="D8E0EA"/>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63C8471-68BB-4DF0-9FE4-E9D28745F202}"/>
              </a:ext>
            </a:extLst>
          </p:cNvPr>
          <p:cNvSpPr>
            <a:spLocks xmlns:a="http://schemas.openxmlformats.org/drawingml/2006/main" noGrp="1"/>
          </p:cNvSpPr>
          <p:nvPr/>
        </p:nvSpPr>
        <p:spPr>
          <a:xfrm xmlns:a="http://schemas.openxmlformats.org/drawingml/2006/main">
            <a:off x="609600" y="455295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2A42"/>
                </a:solidFill>
                <a:latin typeface="Arial"/>
                <a:ea typeface="Arial"/>
                <a:cs typeface="Arial"/>
              </a:defRPr>
            </a:defPPr>
            <a:lvl1pPr>
              <a:defRPr sz="2025" b="0">
                <a:solidFill>
                  <a:srgbClr val="172A42"/>
                </a:solidFill>
                <a:latin typeface="Arial"/>
                <a:ea typeface="Arial"/>
                <a:cs typeface="Arial"/>
              </a:defRPr>
            </a:lvl1pPr>
            <a:lvl2pPr>
              <a:defRPr sz="2025" b="0">
                <a:solidFill>
                  <a:srgbClr val="172A42"/>
                </a:solidFill>
                <a:latin typeface="Arial"/>
                <a:ea typeface="Arial"/>
                <a:cs typeface="Arial"/>
              </a:defRPr>
            </a:lvl2pPr>
            <a:lvl3pPr>
              <a:defRPr sz="2025" b="0">
                <a:solidFill>
                  <a:srgbClr val="172A42"/>
                </a:solidFill>
                <a:latin typeface="Arial"/>
                <a:ea typeface="Arial"/>
                <a:cs typeface="Arial"/>
              </a:defRPr>
            </a:lvl3pPr>
            <a:lvl4pPr>
              <a:defRPr sz="2025" b="0">
                <a:solidFill>
                  <a:srgbClr val="172A42"/>
                </a:solidFill>
                <a:latin typeface="Arial"/>
                <a:ea typeface="Arial"/>
                <a:cs typeface="Arial"/>
              </a:defRPr>
            </a:lvl4pPr>
            <a:lvl5pPr>
              <a:defRPr sz="2025" b="0">
                <a:solidFill>
                  <a:srgbClr val="172A42"/>
                </a:solidFill>
                <a:latin typeface="Arial"/>
                <a:ea typeface="Arial"/>
                <a:cs typeface="Arial"/>
              </a:defRPr>
            </a:lvl5pPr>
            <a:lvl6pPr>
              <a:defRPr sz="2025" b="0">
                <a:solidFill>
                  <a:srgbClr val="172A42"/>
                </a:solidFill>
                <a:latin typeface="Arial"/>
                <a:ea typeface="Arial"/>
                <a:cs typeface="Arial"/>
              </a:defRPr>
            </a:lvl6pPr>
            <a:lvl7pPr>
              <a:defRPr sz="2025" b="0">
                <a:solidFill>
                  <a:srgbClr val="172A42"/>
                </a:solidFill>
                <a:latin typeface="Arial"/>
                <a:ea typeface="Arial"/>
                <a:cs typeface="Arial"/>
              </a:defRPr>
            </a:lvl7pPr>
            <a:lvl8pPr>
              <a:defRPr sz="2025" b="0">
                <a:solidFill>
                  <a:srgbClr val="172A42"/>
                </a:solidFill>
                <a:latin typeface="Arial"/>
                <a:ea typeface="Arial"/>
                <a:cs typeface="Arial"/>
              </a:defRPr>
            </a:lvl8pPr>
            <a:lvl9pPr>
              <a:defRPr sz="2025" b="0">
                <a:solidFill>
                  <a:srgbClr val="172A42"/>
                </a:solidFill>
                <a:latin typeface="Arial"/>
                <a:ea typeface="Arial"/>
                <a:cs typeface="Arial"/>
              </a:defRPr>
            </a:lvl9pPr>
          </a:lstStyle>
          <a:p xmlns:a="http://schemas.openxmlformats.org/drawingml/2006/main">
            <a:pPr>
              <a:defRPr sz="2025" b="0">
                <a:solidFill>
                  <a:srgbClr val="172A42"/>
                </a:solidFill>
                <a:latin typeface="Arial"/>
                <a:ea typeface="Arial"/>
                <a:cs typeface="Arial"/>
              </a:defRPr>
            </a:pPr>
            <a:r>
              <a:rPr sz="2025" b="0">
                <a:solidFill>
                  <a:srgbClr val="172A42"/>
                </a:solidFill>
                <a:latin typeface="Arial"/>
                <a:ea typeface="Arial"/>
                <a:cs typeface="Arial"/>
              </a:rPr>
              <a:t>Vendor master</a:t>
            </a:r>
          </a:p>
        </p:txBody>
      </p:sp>
      <p:sp>
        <p:nvSpPr>
          <p:cNvPr id="12" name="">
            <a:extLst xmlns:a="http://schemas.openxmlformats.org/drawingml/2006/main">
              <a:ext uri="{FF2B5EF4-FFF2-40B4-BE49-F238E27FC236}">
                <a16:creationId xmlns:a16="http://schemas.microsoft.com/office/drawing/2014/main" id="{7E24CF26-0599-403E-978B-C8F8F7871C47}"/>
              </a:ext>
            </a:extLst>
          </p:cNvPr>
          <p:cNvSpPr>
            <a:spLocks xmlns:a="http://schemas.openxmlformats.org/drawingml/2006/main" noGrp="1"/>
          </p:cNvSpPr>
          <p:nvPr/>
        </p:nvSpPr>
        <p:spPr>
          <a:xfrm xmlns:a="http://schemas.openxmlformats.org/drawingml/2006/main">
            <a:off x="5838825" y="1885950"/>
            <a:ext cx="28575" cy="3619500"/>
          </a:xfrm>
          <a:prstGeom xmlns:a="http://schemas.openxmlformats.org/drawingml/2006/main" prst="rect">
            <a:avLst/>
          </a:prstGeom>
          <a:solidFill xmlns:a="http://schemas.openxmlformats.org/drawingml/2006/main">
            <a:srgbClr val="D8E0EA"/>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F255EDE2-E622-406E-BCFF-5B54F8376CA5}"/>
              </a:ext>
            </a:extLst>
          </p:cNvPr>
          <p:cNvSpPr>
            <a:spLocks xmlns:a="http://schemas.openxmlformats.org/drawingml/2006/main" noGrp="1"/>
          </p:cNvSpPr>
          <p:nvPr/>
        </p:nvSpPr>
        <p:spPr>
          <a:xfrm xmlns:a="http://schemas.openxmlformats.org/drawingml/2006/main">
            <a:off x="6419850" y="18764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2A42"/>
                </a:solidFill>
                <a:latin typeface="Arial"/>
                <a:ea typeface="Arial"/>
                <a:cs typeface="Arial"/>
              </a:defRPr>
            </a:defPPr>
            <a:lvl1pPr>
              <a:defRPr sz="2250" b="1">
                <a:solidFill>
                  <a:srgbClr val="172A42"/>
                </a:solidFill>
                <a:latin typeface="Arial"/>
                <a:ea typeface="Arial"/>
                <a:cs typeface="Arial"/>
              </a:defRPr>
            </a:lvl1pPr>
            <a:lvl2pPr>
              <a:defRPr sz="2250" b="1">
                <a:solidFill>
                  <a:srgbClr val="172A42"/>
                </a:solidFill>
                <a:latin typeface="Arial"/>
                <a:ea typeface="Arial"/>
                <a:cs typeface="Arial"/>
              </a:defRPr>
            </a:lvl2pPr>
            <a:lvl3pPr>
              <a:defRPr sz="2250" b="1">
                <a:solidFill>
                  <a:srgbClr val="172A42"/>
                </a:solidFill>
                <a:latin typeface="Arial"/>
                <a:ea typeface="Arial"/>
                <a:cs typeface="Arial"/>
              </a:defRPr>
            </a:lvl3pPr>
            <a:lvl4pPr>
              <a:defRPr sz="2250" b="1">
                <a:solidFill>
                  <a:srgbClr val="172A42"/>
                </a:solidFill>
                <a:latin typeface="Arial"/>
                <a:ea typeface="Arial"/>
                <a:cs typeface="Arial"/>
              </a:defRPr>
            </a:lvl4pPr>
            <a:lvl5pPr>
              <a:defRPr sz="2250" b="1">
                <a:solidFill>
                  <a:srgbClr val="172A42"/>
                </a:solidFill>
                <a:latin typeface="Arial"/>
                <a:ea typeface="Arial"/>
                <a:cs typeface="Arial"/>
              </a:defRPr>
            </a:lvl5pPr>
            <a:lvl6pPr>
              <a:defRPr sz="2250" b="1">
                <a:solidFill>
                  <a:srgbClr val="172A42"/>
                </a:solidFill>
                <a:latin typeface="Arial"/>
                <a:ea typeface="Arial"/>
                <a:cs typeface="Arial"/>
              </a:defRPr>
            </a:lvl6pPr>
            <a:lvl7pPr>
              <a:defRPr sz="2250" b="1">
                <a:solidFill>
                  <a:srgbClr val="172A42"/>
                </a:solidFill>
                <a:latin typeface="Arial"/>
                <a:ea typeface="Arial"/>
                <a:cs typeface="Arial"/>
              </a:defRPr>
            </a:lvl7pPr>
            <a:lvl8pPr>
              <a:defRPr sz="2250" b="1">
                <a:solidFill>
                  <a:srgbClr val="172A42"/>
                </a:solidFill>
                <a:latin typeface="Arial"/>
                <a:ea typeface="Arial"/>
                <a:cs typeface="Arial"/>
              </a:defRPr>
            </a:lvl8pPr>
            <a:lvl9pPr>
              <a:defRPr sz="2250" b="1">
                <a:solidFill>
                  <a:srgbClr val="172A42"/>
                </a:solidFill>
                <a:latin typeface="Arial"/>
                <a:ea typeface="Arial"/>
                <a:cs typeface="Arial"/>
              </a:defRPr>
            </a:lvl9pPr>
          </a:lstStyle>
          <a:p xmlns:a="http://schemas.openxmlformats.org/drawingml/2006/main">
            <a:pPr>
              <a:defRPr sz="2250" b="1">
                <a:solidFill>
                  <a:srgbClr val="172A42"/>
                </a:solidFill>
                <a:latin typeface="Arial"/>
                <a:ea typeface="Arial"/>
                <a:cs typeface="Arial"/>
              </a:defRPr>
            </a:pPr>
            <a:r>
              <a:rPr sz="2250" b="1">
                <a:solidFill>
                  <a:srgbClr val="172A42"/>
                </a:solidFill>
                <a:latin typeface="Arial"/>
                <a:ea typeface="Arial"/>
                <a:cs typeface="Arial"/>
              </a:rPr>
              <a:t>The reviewer still has to ask:</a:t>
            </a:r>
          </a:p>
        </p:txBody>
      </p:sp>
      <p:sp>
        <p:nvSpPr>
          <p:cNvPr id="14" name="text">
            <a:extLst xmlns:a="http://schemas.openxmlformats.org/drawingml/2006/main">
              <a:ext uri="{FF2B5EF4-FFF2-40B4-BE49-F238E27FC236}">
                <a16:creationId xmlns:a16="http://schemas.microsoft.com/office/drawing/2014/main" id="{B9BCE01A-F5A1-486B-A7C6-FF084AD0E16B}"/>
              </a:ext>
            </a:extLst>
          </p:cNvPr>
          <p:cNvSpPr>
            <a:spLocks xmlns:a="http://schemas.openxmlformats.org/drawingml/2006/main" noGrp="1"/>
          </p:cNvSpPr>
          <p:nvPr/>
        </p:nvSpPr>
        <p:spPr>
          <a:xfrm xmlns:a="http://schemas.openxmlformats.org/drawingml/2006/main">
            <a:off x="6419850" y="27813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42"/>
                </a:solidFill>
                <a:latin typeface="Arial"/>
                <a:ea typeface="Arial"/>
                <a:cs typeface="Arial"/>
              </a:defRPr>
            </a:defPPr>
            <a:lvl1pPr>
              <a:defRPr sz="2250" b="0">
                <a:solidFill>
                  <a:srgbClr val="172A42"/>
                </a:solidFill>
                <a:latin typeface="Arial"/>
                <a:ea typeface="Arial"/>
                <a:cs typeface="Arial"/>
              </a:defRPr>
            </a:lvl1pPr>
            <a:lvl2pPr>
              <a:defRPr sz="2250" b="0">
                <a:solidFill>
                  <a:srgbClr val="172A42"/>
                </a:solidFill>
                <a:latin typeface="Arial"/>
                <a:ea typeface="Arial"/>
                <a:cs typeface="Arial"/>
              </a:defRPr>
            </a:lvl2pPr>
            <a:lvl3pPr>
              <a:defRPr sz="2250" b="0">
                <a:solidFill>
                  <a:srgbClr val="172A42"/>
                </a:solidFill>
                <a:latin typeface="Arial"/>
                <a:ea typeface="Arial"/>
                <a:cs typeface="Arial"/>
              </a:defRPr>
            </a:lvl3pPr>
            <a:lvl4pPr>
              <a:defRPr sz="2250" b="0">
                <a:solidFill>
                  <a:srgbClr val="172A42"/>
                </a:solidFill>
                <a:latin typeface="Arial"/>
                <a:ea typeface="Arial"/>
                <a:cs typeface="Arial"/>
              </a:defRPr>
            </a:lvl4pPr>
            <a:lvl5pPr>
              <a:defRPr sz="2250" b="0">
                <a:solidFill>
                  <a:srgbClr val="172A42"/>
                </a:solidFill>
                <a:latin typeface="Arial"/>
                <a:ea typeface="Arial"/>
                <a:cs typeface="Arial"/>
              </a:defRPr>
            </a:lvl5pPr>
            <a:lvl6pPr>
              <a:defRPr sz="2250" b="0">
                <a:solidFill>
                  <a:srgbClr val="172A42"/>
                </a:solidFill>
                <a:latin typeface="Arial"/>
                <a:ea typeface="Arial"/>
                <a:cs typeface="Arial"/>
              </a:defRPr>
            </a:lvl6pPr>
            <a:lvl7pPr>
              <a:defRPr sz="2250" b="0">
                <a:solidFill>
                  <a:srgbClr val="172A42"/>
                </a:solidFill>
                <a:latin typeface="Arial"/>
                <a:ea typeface="Arial"/>
                <a:cs typeface="Arial"/>
              </a:defRPr>
            </a:lvl7pPr>
            <a:lvl8pPr>
              <a:defRPr sz="2250" b="0">
                <a:solidFill>
                  <a:srgbClr val="172A42"/>
                </a:solidFill>
                <a:latin typeface="Arial"/>
                <a:ea typeface="Arial"/>
                <a:cs typeface="Arial"/>
              </a:defRPr>
            </a:lvl8pPr>
            <a:lvl9pPr>
              <a:defRPr sz="2250" b="0">
                <a:solidFill>
                  <a:srgbClr val="172A42"/>
                </a:solidFill>
                <a:latin typeface="Arial"/>
                <a:ea typeface="Arial"/>
                <a:cs typeface="Arial"/>
              </a:defRPr>
            </a:lvl9pPr>
          </a:lstStyle>
          <a:p xmlns:a="http://schemas.openxmlformats.org/drawingml/2006/main">
            <a:pPr>
              <a:defRPr sz="2250" b="0">
                <a:solidFill>
                  <a:srgbClr val="172A42"/>
                </a:solidFill>
                <a:latin typeface="Arial"/>
                <a:ea typeface="Arial"/>
                <a:cs typeface="Arial"/>
              </a:defRPr>
            </a:pPr>
            <a:r>
              <a:rPr sz="2250" b="0">
                <a:solidFill>
                  <a:srgbClr val="172A42"/>
                </a:solidFill>
                <a:latin typeface="Arial"/>
                <a:ea typeface="Arial"/>
                <a:cs typeface="Arial"/>
              </a:rPr>
              <a:t>Which evidence is missing?</a:t>
            </a:r>
          </a:p>
        </p:txBody>
      </p:sp>
      <p:sp>
        <p:nvSpPr>
          <p:cNvPr id="15" name="text">
            <a:extLst xmlns:a="http://schemas.openxmlformats.org/drawingml/2006/main">
              <a:ext uri="{FF2B5EF4-FFF2-40B4-BE49-F238E27FC236}">
                <a16:creationId xmlns:a16="http://schemas.microsoft.com/office/drawing/2014/main" id="{817E667D-0750-4B53-B29B-DEE15A8EA532}"/>
              </a:ext>
            </a:extLst>
          </p:cNvPr>
          <p:cNvSpPr>
            <a:spLocks xmlns:a="http://schemas.openxmlformats.org/drawingml/2006/main" noGrp="1"/>
          </p:cNvSpPr>
          <p:nvPr/>
        </p:nvSpPr>
        <p:spPr>
          <a:xfrm xmlns:a="http://schemas.openxmlformats.org/drawingml/2006/main">
            <a:off x="6419850" y="369570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42"/>
                </a:solidFill>
                <a:latin typeface="Arial"/>
                <a:ea typeface="Arial"/>
                <a:cs typeface="Arial"/>
              </a:defRPr>
            </a:defPPr>
            <a:lvl1pPr>
              <a:defRPr sz="2250" b="0">
                <a:solidFill>
                  <a:srgbClr val="172A42"/>
                </a:solidFill>
                <a:latin typeface="Arial"/>
                <a:ea typeface="Arial"/>
                <a:cs typeface="Arial"/>
              </a:defRPr>
            </a:lvl1pPr>
            <a:lvl2pPr>
              <a:defRPr sz="2250" b="0">
                <a:solidFill>
                  <a:srgbClr val="172A42"/>
                </a:solidFill>
                <a:latin typeface="Arial"/>
                <a:ea typeface="Arial"/>
                <a:cs typeface="Arial"/>
              </a:defRPr>
            </a:lvl2pPr>
            <a:lvl3pPr>
              <a:defRPr sz="2250" b="0">
                <a:solidFill>
                  <a:srgbClr val="172A42"/>
                </a:solidFill>
                <a:latin typeface="Arial"/>
                <a:ea typeface="Arial"/>
                <a:cs typeface="Arial"/>
              </a:defRPr>
            </a:lvl3pPr>
            <a:lvl4pPr>
              <a:defRPr sz="2250" b="0">
                <a:solidFill>
                  <a:srgbClr val="172A42"/>
                </a:solidFill>
                <a:latin typeface="Arial"/>
                <a:ea typeface="Arial"/>
                <a:cs typeface="Arial"/>
              </a:defRPr>
            </a:lvl4pPr>
            <a:lvl5pPr>
              <a:defRPr sz="2250" b="0">
                <a:solidFill>
                  <a:srgbClr val="172A42"/>
                </a:solidFill>
                <a:latin typeface="Arial"/>
                <a:ea typeface="Arial"/>
                <a:cs typeface="Arial"/>
              </a:defRPr>
            </a:lvl5pPr>
            <a:lvl6pPr>
              <a:defRPr sz="2250" b="0">
                <a:solidFill>
                  <a:srgbClr val="172A42"/>
                </a:solidFill>
                <a:latin typeface="Arial"/>
                <a:ea typeface="Arial"/>
                <a:cs typeface="Arial"/>
              </a:defRPr>
            </a:lvl6pPr>
            <a:lvl7pPr>
              <a:defRPr sz="2250" b="0">
                <a:solidFill>
                  <a:srgbClr val="172A42"/>
                </a:solidFill>
                <a:latin typeface="Arial"/>
                <a:ea typeface="Arial"/>
                <a:cs typeface="Arial"/>
              </a:defRPr>
            </a:lvl7pPr>
            <a:lvl8pPr>
              <a:defRPr sz="2250" b="0">
                <a:solidFill>
                  <a:srgbClr val="172A42"/>
                </a:solidFill>
                <a:latin typeface="Arial"/>
                <a:ea typeface="Arial"/>
                <a:cs typeface="Arial"/>
              </a:defRPr>
            </a:lvl8pPr>
            <a:lvl9pPr>
              <a:defRPr sz="2250" b="0">
                <a:solidFill>
                  <a:srgbClr val="172A42"/>
                </a:solidFill>
                <a:latin typeface="Arial"/>
                <a:ea typeface="Arial"/>
                <a:cs typeface="Arial"/>
              </a:defRPr>
            </a:lvl9pPr>
          </a:lstStyle>
          <a:p xmlns:a="http://schemas.openxmlformats.org/drawingml/2006/main">
            <a:pPr>
              <a:defRPr sz="2250" b="0">
                <a:solidFill>
                  <a:srgbClr val="172A42"/>
                </a:solidFill>
                <a:latin typeface="Arial"/>
                <a:ea typeface="Arial"/>
                <a:cs typeface="Arial"/>
              </a:defRPr>
            </a:pPr>
            <a:r>
              <a:rPr sz="2250" b="0">
                <a:solidFill>
                  <a:srgbClr val="172A42"/>
                </a:solidFill>
                <a:latin typeface="Arial"/>
                <a:ea typeface="Arial"/>
                <a:cs typeface="Arial"/>
              </a:rPr>
              <a:t>Who can authorise this change?</a:t>
            </a:r>
          </a:p>
        </p:txBody>
      </p:sp>
      <p:sp>
        <p:nvSpPr>
          <p:cNvPr id="16" name="text">
            <a:extLst xmlns:a="http://schemas.openxmlformats.org/drawingml/2006/main">
              <a:ext uri="{FF2B5EF4-FFF2-40B4-BE49-F238E27FC236}">
                <a16:creationId xmlns:a16="http://schemas.microsoft.com/office/drawing/2014/main" id="{8147AF82-0396-44AE-BD93-7926F81B086B}"/>
              </a:ext>
            </a:extLst>
          </p:cNvPr>
          <p:cNvSpPr>
            <a:spLocks xmlns:a="http://schemas.openxmlformats.org/drawingml/2006/main" noGrp="1"/>
          </p:cNvSpPr>
          <p:nvPr/>
        </p:nvSpPr>
        <p:spPr>
          <a:xfrm xmlns:a="http://schemas.openxmlformats.org/drawingml/2006/main">
            <a:off x="6419850" y="47053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42"/>
                </a:solidFill>
                <a:latin typeface="Arial"/>
                <a:ea typeface="Arial"/>
                <a:cs typeface="Arial"/>
              </a:defRPr>
            </a:defPPr>
            <a:lvl1pPr>
              <a:defRPr sz="2250" b="0">
                <a:solidFill>
                  <a:srgbClr val="172A42"/>
                </a:solidFill>
                <a:latin typeface="Arial"/>
                <a:ea typeface="Arial"/>
                <a:cs typeface="Arial"/>
              </a:defRPr>
            </a:lvl1pPr>
            <a:lvl2pPr>
              <a:defRPr sz="2250" b="0">
                <a:solidFill>
                  <a:srgbClr val="172A42"/>
                </a:solidFill>
                <a:latin typeface="Arial"/>
                <a:ea typeface="Arial"/>
                <a:cs typeface="Arial"/>
              </a:defRPr>
            </a:lvl2pPr>
            <a:lvl3pPr>
              <a:defRPr sz="2250" b="0">
                <a:solidFill>
                  <a:srgbClr val="172A42"/>
                </a:solidFill>
                <a:latin typeface="Arial"/>
                <a:ea typeface="Arial"/>
                <a:cs typeface="Arial"/>
              </a:defRPr>
            </a:lvl3pPr>
            <a:lvl4pPr>
              <a:defRPr sz="2250" b="0">
                <a:solidFill>
                  <a:srgbClr val="172A42"/>
                </a:solidFill>
                <a:latin typeface="Arial"/>
                <a:ea typeface="Arial"/>
                <a:cs typeface="Arial"/>
              </a:defRPr>
            </a:lvl4pPr>
            <a:lvl5pPr>
              <a:defRPr sz="2250" b="0">
                <a:solidFill>
                  <a:srgbClr val="172A42"/>
                </a:solidFill>
                <a:latin typeface="Arial"/>
                <a:ea typeface="Arial"/>
                <a:cs typeface="Arial"/>
              </a:defRPr>
            </a:lvl5pPr>
            <a:lvl6pPr>
              <a:defRPr sz="2250" b="0">
                <a:solidFill>
                  <a:srgbClr val="172A42"/>
                </a:solidFill>
                <a:latin typeface="Arial"/>
                <a:ea typeface="Arial"/>
                <a:cs typeface="Arial"/>
              </a:defRPr>
            </a:lvl6pPr>
            <a:lvl7pPr>
              <a:defRPr sz="2250" b="0">
                <a:solidFill>
                  <a:srgbClr val="172A42"/>
                </a:solidFill>
                <a:latin typeface="Arial"/>
                <a:ea typeface="Arial"/>
                <a:cs typeface="Arial"/>
              </a:defRPr>
            </a:lvl7pPr>
            <a:lvl8pPr>
              <a:defRPr sz="2250" b="0">
                <a:solidFill>
                  <a:srgbClr val="172A42"/>
                </a:solidFill>
                <a:latin typeface="Arial"/>
                <a:ea typeface="Arial"/>
                <a:cs typeface="Arial"/>
              </a:defRPr>
            </a:lvl8pPr>
            <a:lvl9pPr>
              <a:defRPr sz="2250" b="0">
                <a:solidFill>
                  <a:srgbClr val="172A42"/>
                </a:solidFill>
                <a:latin typeface="Arial"/>
                <a:ea typeface="Arial"/>
                <a:cs typeface="Arial"/>
              </a:defRPr>
            </a:lvl9pPr>
          </a:lstStyle>
          <a:p xmlns:a="http://schemas.openxmlformats.org/drawingml/2006/main">
            <a:pPr>
              <a:defRPr sz="2250" b="0">
                <a:solidFill>
                  <a:srgbClr val="172A42"/>
                </a:solidFill>
                <a:latin typeface="Arial"/>
                <a:ea typeface="Arial"/>
                <a:cs typeface="Arial"/>
              </a:defRPr>
            </a:pPr>
            <a:r>
              <a:rPr sz="2250" b="0">
                <a:solidFill>
                  <a:srgbClr val="172A42"/>
                </a:solidFill>
                <a:latin typeface="Arial"/>
                <a:ea typeface="Arial"/>
                <a:cs typeface="Arial"/>
              </a:rPr>
              <a:t>What happens when sources disagree?</a:t>
            </a:r>
          </a:p>
        </p:txBody>
      </p:sp>
      <p:sp>
        <p:nvSpPr>
          <p:cNvPr id="17" name="text">
            <a:extLst xmlns:a="http://schemas.openxmlformats.org/drawingml/2006/main">
              <a:ext uri="{FF2B5EF4-FFF2-40B4-BE49-F238E27FC236}">
                <a16:creationId xmlns:a16="http://schemas.microsoft.com/office/drawing/2014/main" id="{34829C67-EDBE-44C3-9D79-8E1ADFE4B518}"/>
              </a:ext>
            </a:extLst>
          </p:cNvPr>
          <p:cNvSpPr>
            <a:spLocks xmlns:a="http://schemas.openxmlformats.org/drawingml/2006/main" noGrp="1"/>
          </p:cNvSpPr>
          <p:nvPr/>
        </p:nvSpPr>
        <p:spPr>
          <a:xfrm xmlns:a="http://schemas.openxmlformats.org/drawingml/2006/main">
            <a:off x="609600" y="57721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67F74"/>
                </a:solidFill>
                <a:latin typeface="Arial"/>
                <a:ea typeface="Arial"/>
                <a:cs typeface="Arial"/>
              </a:defRPr>
            </a:defPPr>
            <a:lvl1pPr>
              <a:defRPr sz="1800" b="1">
                <a:solidFill>
                  <a:srgbClr val="167F74"/>
                </a:solidFill>
                <a:latin typeface="Arial"/>
                <a:ea typeface="Arial"/>
                <a:cs typeface="Arial"/>
              </a:defRPr>
            </a:lvl1pPr>
            <a:lvl2pPr>
              <a:defRPr sz="1800" b="1">
                <a:solidFill>
                  <a:srgbClr val="167F74"/>
                </a:solidFill>
                <a:latin typeface="Arial"/>
                <a:ea typeface="Arial"/>
                <a:cs typeface="Arial"/>
              </a:defRPr>
            </a:lvl2pPr>
            <a:lvl3pPr>
              <a:defRPr sz="1800" b="1">
                <a:solidFill>
                  <a:srgbClr val="167F74"/>
                </a:solidFill>
                <a:latin typeface="Arial"/>
                <a:ea typeface="Arial"/>
                <a:cs typeface="Arial"/>
              </a:defRPr>
            </a:lvl3pPr>
            <a:lvl4pPr>
              <a:defRPr sz="1800" b="1">
                <a:solidFill>
                  <a:srgbClr val="167F74"/>
                </a:solidFill>
                <a:latin typeface="Arial"/>
                <a:ea typeface="Arial"/>
                <a:cs typeface="Arial"/>
              </a:defRPr>
            </a:lvl4pPr>
            <a:lvl5pPr>
              <a:defRPr sz="1800" b="1">
                <a:solidFill>
                  <a:srgbClr val="167F74"/>
                </a:solidFill>
                <a:latin typeface="Arial"/>
                <a:ea typeface="Arial"/>
                <a:cs typeface="Arial"/>
              </a:defRPr>
            </a:lvl5pPr>
            <a:lvl6pPr>
              <a:defRPr sz="1800" b="1">
                <a:solidFill>
                  <a:srgbClr val="167F74"/>
                </a:solidFill>
                <a:latin typeface="Arial"/>
                <a:ea typeface="Arial"/>
                <a:cs typeface="Arial"/>
              </a:defRPr>
            </a:lvl6pPr>
            <a:lvl7pPr>
              <a:defRPr sz="1800" b="1">
                <a:solidFill>
                  <a:srgbClr val="167F74"/>
                </a:solidFill>
                <a:latin typeface="Arial"/>
                <a:ea typeface="Arial"/>
                <a:cs typeface="Arial"/>
              </a:defRPr>
            </a:lvl7pPr>
            <a:lvl8pPr>
              <a:defRPr sz="1800" b="1">
                <a:solidFill>
                  <a:srgbClr val="167F74"/>
                </a:solidFill>
                <a:latin typeface="Arial"/>
                <a:ea typeface="Arial"/>
                <a:cs typeface="Arial"/>
              </a:defRPr>
            </a:lvl8pPr>
            <a:lvl9pPr>
              <a:defRPr sz="1800" b="1">
                <a:solidFill>
                  <a:srgbClr val="167F74"/>
                </a:solidFill>
                <a:latin typeface="Arial"/>
                <a:ea typeface="Arial"/>
                <a:cs typeface="Arial"/>
              </a:defRPr>
            </a:lvl9pPr>
          </a:lstStyle>
          <a:p xmlns:a="http://schemas.openxmlformats.org/drawingml/2006/main">
            <a:pPr>
              <a:defRPr sz="1800" b="1">
                <a:solidFill>
                  <a:srgbClr val="167F74"/>
                </a:solidFill>
                <a:latin typeface="Arial"/>
                <a:ea typeface="Arial"/>
                <a:cs typeface="Arial"/>
              </a:defRPr>
            </a:pPr>
            <a:r>
              <a:rPr sz="1800" b="1">
                <a:solidFill>
                  <a:srgbClr val="167F74"/>
                </a:solidFill>
                <a:latin typeface="Arial"/>
                <a:ea typeface="Arial"/>
                <a:cs typeface="Arial"/>
              </a:rPr>
              <a:t>Business goal: fewer unresolved handoffs and a traceable reason for every recommendation.</a:t>
            </a:r>
          </a:p>
        </p:txBody>
      </p:sp>
    </p:spTree>
    <p:extLst>
      <p:ext uri="{BB962C8B-B14F-4D97-AF65-F5344CB8AC3E}">
        <p14:creationId xmlns:p14="http://schemas.microsoft.com/office/powerpoint/2010/main" val="1581968640"/>
      </p:ext>
    </p:extLst>
  </p:cSld>
</p:sld>
</file>

<file path=ppt/slides/slide3.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E6359C0D-A24E-4E4A-A03C-5E221877BC7C}"/>
              </a:ext>
            </a:extLst>
          </p:cNvPr>
          <p:cNvSpPr>
            <a:spLocks xmlns:a="http://schemas.openxmlformats.org/drawingml/2006/main" noGrp="1"/>
          </p:cNvSpPr>
          <p:nvPr/>
        </p:nvSpPr>
        <p:spPr>
          <a:xfrm xmlns:a="http://schemas.openxmlformats.org/drawingml/2006/main">
            <a:off x="609600" y="552450"/>
            <a:ext cx="10858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2A42"/>
                </a:solidFill>
                <a:latin typeface="Arial"/>
                <a:ea typeface="Arial"/>
                <a:cs typeface="Arial"/>
              </a:defRPr>
            </a:defPPr>
            <a:lvl1pPr>
              <a:defRPr sz="3450" b="1">
                <a:solidFill>
                  <a:srgbClr val="172A42"/>
                </a:solidFill>
                <a:latin typeface="Arial"/>
                <a:ea typeface="Arial"/>
                <a:cs typeface="Arial"/>
              </a:defRPr>
            </a:lvl1pPr>
            <a:lvl2pPr>
              <a:defRPr sz="3450" b="1">
                <a:solidFill>
                  <a:srgbClr val="172A42"/>
                </a:solidFill>
                <a:latin typeface="Arial"/>
                <a:ea typeface="Arial"/>
                <a:cs typeface="Arial"/>
              </a:defRPr>
            </a:lvl2pPr>
            <a:lvl3pPr>
              <a:defRPr sz="3450" b="1">
                <a:solidFill>
                  <a:srgbClr val="172A42"/>
                </a:solidFill>
                <a:latin typeface="Arial"/>
                <a:ea typeface="Arial"/>
                <a:cs typeface="Arial"/>
              </a:defRPr>
            </a:lvl3pPr>
            <a:lvl4pPr>
              <a:defRPr sz="3450" b="1">
                <a:solidFill>
                  <a:srgbClr val="172A42"/>
                </a:solidFill>
                <a:latin typeface="Arial"/>
                <a:ea typeface="Arial"/>
                <a:cs typeface="Arial"/>
              </a:defRPr>
            </a:lvl4pPr>
            <a:lvl5pPr>
              <a:defRPr sz="3450" b="1">
                <a:solidFill>
                  <a:srgbClr val="172A42"/>
                </a:solidFill>
                <a:latin typeface="Arial"/>
                <a:ea typeface="Arial"/>
                <a:cs typeface="Arial"/>
              </a:defRPr>
            </a:lvl5pPr>
            <a:lvl6pPr>
              <a:defRPr sz="3450" b="1">
                <a:solidFill>
                  <a:srgbClr val="172A42"/>
                </a:solidFill>
                <a:latin typeface="Arial"/>
                <a:ea typeface="Arial"/>
                <a:cs typeface="Arial"/>
              </a:defRPr>
            </a:lvl6pPr>
            <a:lvl7pPr>
              <a:defRPr sz="3450" b="1">
                <a:solidFill>
                  <a:srgbClr val="172A42"/>
                </a:solidFill>
                <a:latin typeface="Arial"/>
                <a:ea typeface="Arial"/>
                <a:cs typeface="Arial"/>
              </a:defRPr>
            </a:lvl7pPr>
            <a:lvl8pPr>
              <a:defRPr sz="3450" b="1">
                <a:solidFill>
                  <a:srgbClr val="172A42"/>
                </a:solidFill>
                <a:latin typeface="Arial"/>
                <a:ea typeface="Arial"/>
                <a:cs typeface="Arial"/>
              </a:defRPr>
            </a:lvl8pPr>
            <a:lvl9pPr>
              <a:defRPr sz="3450" b="1">
                <a:solidFill>
                  <a:srgbClr val="172A42"/>
                </a:solidFill>
                <a:latin typeface="Arial"/>
                <a:ea typeface="Arial"/>
                <a:cs typeface="Arial"/>
              </a:defRPr>
            </a:lvl9pPr>
          </a:lstStyle>
          <a:p xmlns:a="http://schemas.openxmlformats.org/drawingml/2006/main">
            <a:pPr>
              <a:defRPr sz="3450" b="1">
                <a:solidFill>
                  <a:srgbClr val="172A42"/>
                </a:solidFill>
                <a:latin typeface="Arial"/>
                <a:ea typeface="Arial"/>
                <a:cs typeface="Arial"/>
              </a:defRPr>
            </a:pPr>
            <a:r>
              <a:rPr sz="3450" b="1">
                <a:solidFill>
                  <a:srgbClr val="172A42"/>
                </a:solidFill>
                <a:latin typeface="Arial"/>
                <a:ea typeface="Arial"/>
                <a:cs typeface="Arial"/>
              </a:rPr>
              <a:t>One invoice. Two missing facts.</a:t>
            </a:r>
          </a:p>
        </p:txBody>
      </p:sp>
      <p:sp>
        <p:nvSpPr>
          <p:cNvPr id="2" name="text">
            <a:extLst xmlns:a="http://schemas.openxmlformats.org/drawingml/2006/main">
              <a:ext uri="{FF2B5EF4-FFF2-40B4-BE49-F238E27FC236}">
                <a16:creationId xmlns:a16="http://schemas.microsoft.com/office/drawing/2014/main" id="{356CCF84-B20E-48D4-BB85-99AFBD3FBC07}"/>
              </a:ext>
            </a:extLst>
          </p:cNvPr>
          <p:cNvSpPr>
            <a:spLocks xmlns:a="http://schemas.openxmlformats.org/drawingml/2006/main" noGrp="1"/>
          </p:cNvSpPr>
          <p:nvPr/>
        </p:nvSpPr>
        <p:spPr>
          <a:xfrm xmlns:a="http://schemas.openxmlformats.org/drawingml/2006/main">
            <a:off x="11049000"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D6D82"/>
                </a:solidFill>
                <a:latin typeface="Arial"/>
                <a:ea typeface="Arial"/>
                <a:cs typeface="Arial"/>
              </a:defRPr>
            </a:defPPr>
            <a:lvl1pPr>
              <a:defRPr sz="1200" b="0">
                <a:solidFill>
                  <a:srgbClr val="5D6D82"/>
                </a:solidFill>
                <a:latin typeface="Arial"/>
                <a:ea typeface="Arial"/>
                <a:cs typeface="Arial"/>
              </a:defRPr>
            </a:lvl1pPr>
            <a:lvl2pPr>
              <a:defRPr sz="1200" b="0">
                <a:solidFill>
                  <a:srgbClr val="5D6D82"/>
                </a:solidFill>
                <a:latin typeface="Arial"/>
                <a:ea typeface="Arial"/>
                <a:cs typeface="Arial"/>
              </a:defRPr>
            </a:lvl2pPr>
            <a:lvl3pPr>
              <a:defRPr sz="1200" b="0">
                <a:solidFill>
                  <a:srgbClr val="5D6D82"/>
                </a:solidFill>
                <a:latin typeface="Arial"/>
                <a:ea typeface="Arial"/>
                <a:cs typeface="Arial"/>
              </a:defRPr>
            </a:lvl3pPr>
            <a:lvl4pPr>
              <a:defRPr sz="1200" b="0">
                <a:solidFill>
                  <a:srgbClr val="5D6D82"/>
                </a:solidFill>
                <a:latin typeface="Arial"/>
                <a:ea typeface="Arial"/>
                <a:cs typeface="Arial"/>
              </a:defRPr>
            </a:lvl4pPr>
            <a:lvl5pPr>
              <a:defRPr sz="1200" b="0">
                <a:solidFill>
                  <a:srgbClr val="5D6D82"/>
                </a:solidFill>
                <a:latin typeface="Arial"/>
                <a:ea typeface="Arial"/>
                <a:cs typeface="Arial"/>
              </a:defRPr>
            </a:lvl5pPr>
            <a:lvl6pPr>
              <a:defRPr sz="1200" b="0">
                <a:solidFill>
                  <a:srgbClr val="5D6D82"/>
                </a:solidFill>
                <a:latin typeface="Arial"/>
                <a:ea typeface="Arial"/>
                <a:cs typeface="Arial"/>
              </a:defRPr>
            </a:lvl6pPr>
            <a:lvl7pPr>
              <a:defRPr sz="1200" b="0">
                <a:solidFill>
                  <a:srgbClr val="5D6D82"/>
                </a:solidFill>
                <a:latin typeface="Arial"/>
                <a:ea typeface="Arial"/>
                <a:cs typeface="Arial"/>
              </a:defRPr>
            </a:lvl7pPr>
            <a:lvl8pPr>
              <a:defRPr sz="1200" b="0">
                <a:solidFill>
                  <a:srgbClr val="5D6D82"/>
                </a:solidFill>
                <a:latin typeface="Arial"/>
                <a:ea typeface="Arial"/>
                <a:cs typeface="Arial"/>
              </a:defRPr>
            </a:lvl8pPr>
            <a:lvl9pPr>
              <a:defRPr sz="1200" b="0">
                <a:solidFill>
                  <a:srgbClr val="5D6D82"/>
                </a:solidFill>
                <a:latin typeface="Arial"/>
                <a:ea typeface="Arial"/>
                <a:cs typeface="Arial"/>
              </a:defRPr>
            </a:lvl9pPr>
          </a:lstStyle>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03</a:t>
            </a:r>
          </a:p>
        </p:txBody>
      </p:sp>
      <p:sp>
        <p:nvSpPr>
          <p:cNvPr id="3" name="text">
            <a:extLst xmlns:a="http://schemas.openxmlformats.org/drawingml/2006/main">
              <a:ext uri="{FF2B5EF4-FFF2-40B4-BE49-F238E27FC236}">
                <a16:creationId xmlns:a16="http://schemas.microsoft.com/office/drawing/2014/main" id="{71261F54-EF57-4C58-B65B-A4FDC7623466}"/>
              </a:ext>
            </a:extLst>
          </p:cNvPr>
          <p:cNvSpPr>
            <a:spLocks xmlns:a="http://schemas.openxmlformats.org/drawingml/2006/main" noGrp="1"/>
          </p:cNvSpPr>
          <p:nvPr/>
        </p:nvSpPr>
        <p:spPr>
          <a:xfrm xmlns:a="http://schemas.openxmlformats.org/drawingml/2006/main">
            <a:off x="609600" y="17526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67F74"/>
                </a:solidFill>
                <a:latin typeface="Arial"/>
                <a:ea typeface="Arial"/>
                <a:cs typeface="Arial"/>
              </a:defRPr>
            </a:defPPr>
            <a:lvl1pPr>
              <a:defRPr sz="2100" b="1">
                <a:solidFill>
                  <a:srgbClr val="167F74"/>
                </a:solidFill>
                <a:latin typeface="Arial"/>
                <a:ea typeface="Arial"/>
                <a:cs typeface="Arial"/>
              </a:defRPr>
            </a:lvl1pPr>
            <a:lvl2pPr>
              <a:defRPr sz="2100" b="1">
                <a:solidFill>
                  <a:srgbClr val="167F74"/>
                </a:solidFill>
                <a:latin typeface="Arial"/>
                <a:ea typeface="Arial"/>
                <a:cs typeface="Arial"/>
              </a:defRPr>
            </a:lvl2pPr>
            <a:lvl3pPr>
              <a:defRPr sz="2100" b="1">
                <a:solidFill>
                  <a:srgbClr val="167F74"/>
                </a:solidFill>
                <a:latin typeface="Arial"/>
                <a:ea typeface="Arial"/>
                <a:cs typeface="Arial"/>
              </a:defRPr>
            </a:lvl3pPr>
            <a:lvl4pPr>
              <a:defRPr sz="2100" b="1">
                <a:solidFill>
                  <a:srgbClr val="167F74"/>
                </a:solidFill>
                <a:latin typeface="Arial"/>
                <a:ea typeface="Arial"/>
                <a:cs typeface="Arial"/>
              </a:defRPr>
            </a:lvl4pPr>
            <a:lvl5pPr>
              <a:defRPr sz="2100" b="1">
                <a:solidFill>
                  <a:srgbClr val="167F74"/>
                </a:solidFill>
                <a:latin typeface="Arial"/>
                <a:ea typeface="Arial"/>
                <a:cs typeface="Arial"/>
              </a:defRPr>
            </a:lvl5pPr>
            <a:lvl6pPr>
              <a:defRPr sz="2100" b="1">
                <a:solidFill>
                  <a:srgbClr val="167F74"/>
                </a:solidFill>
                <a:latin typeface="Arial"/>
                <a:ea typeface="Arial"/>
                <a:cs typeface="Arial"/>
              </a:defRPr>
            </a:lvl6pPr>
            <a:lvl7pPr>
              <a:defRPr sz="2100" b="1">
                <a:solidFill>
                  <a:srgbClr val="167F74"/>
                </a:solidFill>
                <a:latin typeface="Arial"/>
                <a:ea typeface="Arial"/>
                <a:cs typeface="Arial"/>
              </a:defRPr>
            </a:lvl7pPr>
            <a:lvl8pPr>
              <a:defRPr sz="2100" b="1">
                <a:solidFill>
                  <a:srgbClr val="167F74"/>
                </a:solidFill>
                <a:latin typeface="Arial"/>
                <a:ea typeface="Arial"/>
                <a:cs typeface="Arial"/>
              </a:defRPr>
            </a:lvl8pPr>
            <a:lvl9pPr>
              <a:defRPr sz="2100" b="1">
                <a:solidFill>
                  <a:srgbClr val="167F74"/>
                </a:solidFill>
                <a:latin typeface="Arial"/>
                <a:ea typeface="Arial"/>
                <a:cs typeface="Arial"/>
              </a:defRPr>
            </a:lvl9pPr>
          </a:lstStyle>
          <a:p xmlns:a="http://schemas.openxmlformats.org/drawingml/2006/main">
            <a:pPr>
              <a:defRPr sz="2100" b="1">
                <a:solidFill>
                  <a:srgbClr val="167F74"/>
                </a:solidFill>
                <a:latin typeface="Arial"/>
                <a:ea typeface="Arial"/>
                <a:cs typeface="Arial"/>
              </a:defRPr>
            </a:pPr>
            <a:r>
              <a:rPr sz="2100" b="1">
                <a:solidFill>
                  <a:srgbClr val="167F74"/>
                </a:solidFill>
                <a:latin typeface="Arial"/>
                <a:ea typeface="Arial"/>
                <a:cs typeface="Arial"/>
              </a:rPr>
              <a:t>PG103  /  Invoice amount INR 1,200</a:t>
            </a:r>
          </a:p>
        </p:txBody>
      </p:sp>
      <p:graphicFrame>
        <p:nvGraphicFramePr>
          <p:cNvPr id="4" name="">
            <a:extLst xmlns:a="http://schemas.openxmlformats.org/drawingml/2006/main">
              <a:ext uri="{FF2B5EF4-FFF2-40B4-BE49-F238E27FC236}">
                <a16:creationId xmlns:a16="http://schemas.microsoft.com/office/drawing/2014/main" id="{5789F613-FE2D-4EBA-81AB-18CA6C6C30C9}"/>
              </a:ext>
            </a:extLst>
          </p:cNvPr>
          <p:cNvGraphicFramePr/>
          <p:nvPr/>
        </p:nvGraphicFramePr>
        <p:xfrm>
          <a:off xmlns:a="http://schemas.openxmlformats.org/drawingml/2006/main" x="609600" y="2400300"/>
          <a:ext xmlns:a="http://schemas.openxmlformats.org/drawingml/2006/main" cx="10972800" cy="2628900"/>
        </p:xfrm>
        <a:graphic xmlns:a="http://schemas.openxmlformats.org/drawingml/2006/main">
          <a:graphicData uri="http://schemas.openxmlformats.org/drawingml/2006/table">
            <a:tbl>
              <a:tblPr/>
              <a:tblGrid>
                <a:gridCol w="2238375"/>
                <a:gridCol w="4095750"/>
                <a:gridCol w="4638675"/>
              </a:tblGrid>
              <a:tr h="657225">
                <a:tc>
                  <a:txBody>
                    <a:bodyPr/>
                    <a:lstStyle/>
                    <a:p>
                      <a:r>
                        <a:rPr sz="1725" b="1">
                          <a:solidFill>
                            <a:srgbClr val="FFFFFF"/>
                          </a:solidFill>
                          <a:latin typeface="Arial"/>
                          <a:ea typeface="Arial"/>
                          <a:cs typeface="Arial"/>
                        </a:rPr>
                        <a:t>Evidence</a:t>
                      </a:r>
                    </a:p>
                  </a:txBody>
                  <a:tcPr marL="91440" marR="91440" marT="45720" marB="45720">
                    <a:lnL w="9525">
                      <a:solidFill>
                        <a:srgbClr val="D8E0EA"/>
                      </a:solidFill>
                      <a:prstDash val="solid"/>
                    </a:lnL>
                    <a:lnR w="9525">
                      <a:solidFill>
                        <a:srgbClr val="D8E0EA"/>
                      </a:solidFill>
                      <a:prstDash val="solid"/>
                    </a:lnR>
                    <a:lnT w="9525">
                      <a:solidFill>
                        <a:srgbClr val="D8E0EA"/>
                      </a:solidFill>
                      <a:prstDash val="solid"/>
                    </a:lnT>
                    <a:lnB w="9525">
                      <a:solidFill>
                        <a:srgbClr val="D8E0EA"/>
                      </a:solidFill>
                      <a:prstDash val="solid"/>
                    </a:lnB>
                    <a:solidFill>
                      <a:srgbClr val="101E33"/>
                    </a:solidFill>
                  </a:tcPr>
                </a:tc>
                <a:tc>
                  <a:txBody>
                    <a:bodyPr/>
                    <a:lstStyle/>
                    <a:p>
                      <a:r>
                        <a:rPr sz="1725" b="1">
                          <a:solidFill>
                            <a:srgbClr val="FFFFFF"/>
                          </a:solidFill>
                          <a:latin typeface="Arial"/>
                          <a:ea typeface="Arial"/>
                          <a:cs typeface="Arial"/>
                        </a:rPr>
                        <a:t>Initial records</a:t>
                      </a:r>
                    </a:p>
                  </a:txBody>
                  <a:tcPr marL="91440" marR="91440" marT="45720" marB="45720">
                    <a:lnR w="9525">
                      <a:solidFill>
                        <a:srgbClr val="D8E0EA"/>
                      </a:solidFill>
                      <a:prstDash val="solid"/>
                    </a:lnR>
                    <a:lnT w="9525">
                      <a:solidFill>
                        <a:srgbClr val="D8E0EA"/>
                      </a:solidFill>
                      <a:prstDash val="solid"/>
                    </a:lnT>
                    <a:lnB w="9525">
                      <a:solidFill>
                        <a:srgbClr val="D8E0EA"/>
                      </a:solidFill>
                      <a:prstDash val="solid"/>
                    </a:lnB>
                    <a:solidFill>
                      <a:srgbClr val="101E33"/>
                    </a:solidFill>
                  </a:tcPr>
                </a:tc>
                <a:tc>
                  <a:txBody>
                    <a:bodyPr/>
                    <a:lstStyle/>
                    <a:p>
                      <a:r>
                        <a:rPr sz="1725" b="1">
                          <a:solidFill>
                            <a:srgbClr val="FFFFFF"/>
                          </a:solidFill>
                          <a:latin typeface="Arial"/>
                          <a:ea typeface="Arial"/>
                          <a:cs typeface="Arial"/>
                        </a:rPr>
                        <a:t>Accepted source record</a:t>
                      </a:r>
                    </a:p>
                  </a:txBody>
                  <a:tcPr marL="91440" marR="91440" marT="45720" marB="45720">
                    <a:lnR w="9525">
                      <a:solidFill>
                        <a:srgbClr val="D8E0EA"/>
                      </a:solidFill>
                      <a:prstDash val="solid"/>
                    </a:lnR>
                    <a:lnT w="9525">
                      <a:solidFill>
                        <a:srgbClr val="D8E0EA"/>
                      </a:solidFill>
                      <a:prstDash val="solid"/>
                    </a:lnT>
                    <a:lnB w="9525">
                      <a:solidFill>
                        <a:srgbClr val="D8E0EA"/>
                      </a:solidFill>
                      <a:prstDash val="solid"/>
                    </a:lnB>
                    <a:solidFill>
                      <a:srgbClr val="101E33"/>
                    </a:solidFill>
                  </a:tcPr>
                </a:tc>
              </a:tr>
              <a:tr h="657225">
                <a:tc>
                  <a:txBody>
                    <a:bodyPr/>
                    <a:lstStyle/>
                    <a:p>
                      <a:r>
                        <a:rPr sz="1725" b="0">
                          <a:solidFill>
                            <a:srgbClr val="172A42"/>
                          </a:solidFill>
                          <a:latin typeface="Arial"/>
                          <a:ea typeface="Arial"/>
                          <a:cs typeface="Arial"/>
                        </a:rPr>
                        <a:t>PO unit price</a:t>
                      </a:r>
                    </a:p>
                  </a:txBody>
                  <a:tcPr marL="91440" marR="91440" marT="45720" marB="45720">
                    <a:lnL w="9525">
                      <a:solidFill>
                        <a:srgbClr val="D8E0EA"/>
                      </a:solidFill>
                      <a:prstDash val="solid"/>
                    </a:lnL>
                    <a:lnR w="9525">
                      <a:solidFill>
                        <a:srgbClr val="D8E0EA"/>
                      </a:solidFill>
                      <a:prstDash val="solid"/>
                    </a:lnR>
                    <a:lnB w="9525">
                      <a:solidFill>
                        <a:srgbClr val="D8E0EA"/>
                      </a:solidFill>
                      <a:prstDash val="solid"/>
                    </a:lnB>
                    <a:solidFill>
                      <a:srgbClr val="FFFFFF"/>
                    </a:solidFill>
                  </a:tcPr>
                </a:tc>
                <a:tc>
                  <a:txBody>
                    <a:bodyPr/>
                    <a:lstStyle/>
                    <a:p>
                      <a:r>
                        <a:rPr sz="1725" b="0">
                          <a:solidFill>
                            <a:srgbClr val="172A42"/>
                          </a:solidFill>
                          <a:latin typeface="Arial"/>
                          <a:ea typeface="Arial"/>
                          <a:cs typeface="Arial"/>
                        </a:rPr>
                        <a:t>INR 100; invoice bills INR 120</a:t>
                      </a:r>
                    </a:p>
                  </a:txBody>
                  <a:tcPr marL="91440" marR="91440" marT="45720" marB="45720">
                    <a:lnR w="9525">
                      <a:solidFill>
                        <a:srgbClr val="D8E0EA"/>
                      </a:solidFill>
                      <a:prstDash val="solid"/>
                    </a:lnR>
                    <a:lnB w="9525">
                      <a:solidFill>
                        <a:srgbClr val="D8E0EA"/>
                      </a:solidFill>
                      <a:prstDash val="solid"/>
                    </a:lnB>
                    <a:solidFill>
                      <a:srgbClr val="FFFFFF"/>
                    </a:solidFill>
                  </a:tcPr>
                </a:tc>
                <a:tc>
                  <a:txBody>
                    <a:bodyPr/>
                    <a:lstStyle/>
                    <a:p>
                      <a:r>
                        <a:rPr sz="1725" b="0">
                          <a:solidFill>
                            <a:srgbClr val="172A42"/>
                          </a:solidFill>
                          <a:latin typeface="Arial"/>
                          <a:ea typeface="Arial"/>
                          <a:cs typeface="Arial"/>
                        </a:rPr>
                        <a:t>Approved amendment: INR 120</a:t>
                      </a:r>
                    </a:p>
                  </a:txBody>
                  <a:tcPr marL="91440" marR="91440" marT="45720" marB="45720">
                    <a:lnR w="9525">
                      <a:solidFill>
                        <a:srgbClr val="D8E0EA"/>
                      </a:solidFill>
                      <a:prstDash val="solid"/>
                    </a:lnR>
                    <a:lnB w="9525">
                      <a:solidFill>
                        <a:srgbClr val="D8E0EA"/>
                      </a:solidFill>
                      <a:prstDash val="solid"/>
                    </a:lnB>
                    <a:solidFill>
                      <a:srgbClr val="FFFFFF"/>
                    </a:solidFill>
                  </a:tcPr>
                </a:tc>
              </a:tr>
              <a:tr h="657225">
                <a:tc>
                  <a:txBody>
                    <a:bodyPr/>
                    <a:lstStyle/>
                    <a:p>
                      <a:r>
                        <a:rPr sz="1725" b="0">
                          <a:solidFill>
                            <a:srgbClr val="172A42"/>
                          </a:solidFill>
                          <a:latin typeface="Arial"/>
                          <a:ea typeface="Arial"/>
                          <a:cs typeface="Arial"/>
                        </a:rPr>
                        <a:t>Goods received</a:t>
                      </a:r>
                    </a:p>
                  </a:txBody>
                  <a:tcPr marL="91440" marR="91440" marT="45720" marB="45720">
                    <a:lnL w="9525">
                      <a:solidFill>
                        <a:srgbClr val="D8E0EA"/>
                      </a:solidFill>
                      <a:prstDash val="solid"/>
                    </a:lnL>
                    <a:lnR w="9525">
                      <a:solidFill>
                        <a:srgbClr val="D8E0EA"/>
                      </a:solidFill>
                      <a:prstDash val="solid"/>
                    </a:lnR>
                    <a:lnB w="9525">
                      <a:solidFill>
                        <a:srgbClr val="D8E0EA"/>
                      </a:solidFill>
                      <a:prstDash val="solid"/>
                    </a:lnB>
                    <a:solidFill>
                      <a:srgbClr val="F4F6FA"/>
                    </a:solidFill>
                  </a:tcPr>
                </a:tc>
                <a:tc>
                  <a:txBody>
                    <a:bodyPr/>
                    <a:lstStyle/>
                    <a:p>
                      <a:r>
                        <a:rPr sz="1725" b="0">
                          <a:solidFill>
                            <a:srgbClr val="172A42"/>
                          </a:solidFill>
                          <a:latin typeface="Arial"/>
                          <a:ea typeface="Arial"/>
                          <a:cs typeface="Arial"/>
                        </a:rPr>
                        <a:t>No matching receipt</a:t>
                      </a:r>
                    </a:p>
                  </a:txBody>
                  <a:tcPr marL="91440" marR="91440" marT="45720" marB="45720">
                    <a:lnR w="9525">
                      <a:solidFill>
                        <a:srgbClr val="D8E0EA"/>
                      </a:solidFill>
                      <a:prstDash val="solid"/>
                    </a:lnR>
                    <a:lnB w="9525">
                      <a:solidFill>
                        <a:srgbClr val="D8E0EA"/>
                      </a:solidFill>
                      <a:prstDash val="solid"/>
                    </a:lnB>
                    <a:solidFill>
                      <a:srgbClr val="F4F6FA"/>
                    </a:solidFill>
                  </a:tcPr>
                </a:tc>
                <a:tc>
                  <a:txBody>
                    <a:bodyPr/>
                    <a:lstStyle/>
                    <a:p>
                      <a:r>
                        <a:rPr sz="1725" b="0">
                          <a:solidFill>
                            <a:srgbClr val="172A42"/>
                          </a:solidFill>
                          <a:latin typeface="Arial"/>
                          <a:ea typeface="Arial"/>
                          <a:cs typeface="Arial"/>
                        </a:rPr>
                        <a:t>Warehouse receipt: 10 units</a:t>
                      </a:r>
                    </a:p>
                  </a:txBody>
                  <a:tcPr marL="91440" marR="91440" marT="45720" marB="45720">
                    <a:lnR w="9525">
                      <a:solidFill>
                        <a:srgbClr val="D8E0EA"/>
                      </a:solidFill>
                      <a:prstDash val="solid"/>
                    </a:lnR>
                    <a:lnB w="9525">
                      <a:solidFill>
                        <a:srgbClr val="D8E0EA"/>
                      </a:solidFill>
                      <a:prstDash val="solid"/>
                    </a:lnB>
                    <a:solidFill>
                      <a:srgbClr val="F4F6FA"/>
                    </a:solidFill>
                  </a:tcPr>
                </a:tc>
              </a:tr>
              <a:tr h="657225">
                <a:tc>
                  <a:txBody>
                    <a:bodyPr/>
                    <a:lstStyle/>
                    <a:p>
                      <a:r>
                        <a:rPr sz="1725" b="0">
                          <a:solidFill>
                            <a:srgbClr val="172A42"/>
                          </a:solidFill>
                          <a:latin typeface="Arial"/>
                          <a:ea typeface="Arial"/>
                          <a:cs typeface="Arial"/>
                        </a:rPr>
                        <a:t>Recommendation</a:t>
                      </a:r>
                    </a:p>
                  </a:txBody>
                  <a:tcPr marL="91440" marR="91440" marT="45720" marB="45720">
                    <a:lnL w="9525">
                      <a:solidFill>
                        <a:srgbClr val="D8E0EA"/>
                      </a:solidFill>
                      <a:prstDash val="solid"/>
                    </a:lnL>
                    <a:lnR w="9525">
                      <a:solidFill>
                        <a:srgbClr val="D8E0EA"/>
                      </a:solidFill>
                      <a:prstDash val="solid"/>
                    </a:lnR>
                    <a:lnB w="9525">
                      <a:solidFill>
                        <a:srgbClr val="D8E0EA"/>
                      </a:solidFill>
                      <a:prstDash val="solid"/>
                    </a:lnB>
                    <a:solidFill>
                      <a:srgbClr val="FFFFFF"/>
                    </a:solidFill>
                  </a:tcPr>
                </a:tc>
                <a:tc>
                  <a:txBody>
                    <a:bodyPr/>
                    <a:lstStyle/>
                    <a:p>
                      <a:r>
                        <a:rPr sz="1725" b="0">
                          <a:solidFill>
                            <a:srgbClr val="172A42"/>
                          </a:solidFill>
                          <a:latin typeface="Arial"/>
                          <a:ea typeface="Arial"/>
                          <a:cs typeface="Arial"/>
                        </a:rPr>
                        <a:t>Waiting for evidence</a:t>
                      </a:r>
                    </a:p>
                  </a:txBody>
                  <a:tcPr marL="91440" marR="91440" marT="45720" marB="45720">
                    <a:lnR w="9525">
                      <a:solidFill>
                        <a:srgbClr val="D8E0EA"/>
                      </a:solidFill>
                      <a:prstDash val="solid"/>
                    </a:lnR>
                    <a:lnB w="9525">
                      <a:solidFill>
                        <a:srgbClr val="D8E0EA"/>
                      </a:solidFill>
                      <a:prstDash val="solid"/>
                    </a:lnB>
                    <a:solidFill>
                      <a:srgbClr val="FFFFFF"/>
                    </a:solidFill>
                  </a:tcPr>
                </a:tc>
                <a:tc>
                  <a:txBody>
                    <a:bodyPr/>
                    <a:lstStyle/>
                    <a:p>
                      <a:r>
                        <a:rPr sz="1725" b="0">
                          <a:solidFill>
                            <a:srgbClr val="172A42"/>
                          </a:solidFill>
                          <a:latin typeface="Arial"/>
                          <a:ea typeface="Arial"/>
                          <a:cs typeface="Arial"/>
                        </a:rPr>
                        <a:t>Ready for human review</a:t>
                      </a:r>
                    </a:p>
                  </a:txBody>
                  <a:tcPr marL="91440" marR="91440" marT="45720" marB="45720">
                    <a:lnR w="9525">
                      <a:solidFill>
                        <a:srgbClr val="D8E0EA"/>
                      </a:solidFill>
                      <a:prstDash val="solid"/>
                    </a:lnR>
                    <a:lnB w="9525">
                      <a:solidFill>
                        <a:srgbClr val="D8E0EA"/>
                      </a:solidFill>
                      <a:prstDash val="solid"/>
                    </a:lnB>
                    <a:solidFill>
                      <a:srgbClr val="FFFFFF"/>
                    </a:solidFill>
                  </a:tcPr>
                </a:tc>
              </a:tr>
            </a:tbl>
          </a:graphicData>
        </a:graphic>
      </p:graphicFrame>
      <p:sp>
        <p:nvSpPr>
          <p:cNvPr id="5" name="text">
            <a:extLst xmlns:a="http://schemas.openxmlformats.org/drawingml/2006/main">
              <a:ext uri="{FF2B5EF4-FFF2-40B4-BE49-F238E27FC236}">
                <a16:creationId xmlns:a16="http://schemas.microsoft.com/office/drawing/2014/main" id="{CEF4E799-0AF3-4345-95C5-06E81BBD3C9F}"/>
              </a:ext>
            </a:extLst>
          </p:cNvPr>
          <p:cNvSpPr>
            <a:spLocks xmlns:a="http://schemas.openxmlformats.org/drawingml/2006/main" noGrp="1"/>
          </p:cNvSpPr>
          <p:nvPr/>
        </p:nvSpPr>
        <p:spPr>
          <a:xfrm xmlns:a="http://schemas.openxmlformats.org/drawingml/2006/main">
            <a:off x="609600" y="54006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67F74"/>
                </a:solidFill>
                <a:latin typeface="Arial"/>
                <a:ea typeface="Arial"/>
                <a:cs typeface="Arial"/>
              </a:defRPr>
            </a:defPPr>
            <a:lvl1pPr>
              <a:defRPr sz="2025" b="1">
                <a:solidFill>
                  <a:srgbClr val="167F74"/>
                </a:solidFill>
                <a:latin typeface="Arial"/>
                <a:ea typeface="Arial"/>
                <a:cs typeface="Arial"/>
              </a:defRPr>
            </a:lvl1pPr>
            <a:lvl2pPr>
              <a:defRPr sz="2025" b="1">
                <a:solidFill>
                  <a:srgbClr val="167F74"/>
                </a:solidFill>
                <a:latin typeface="Arial"/>
                <a:ea typeface="Arial"/>
                <a:cs typeface="Arial"/>
              </a:defRPr>
            </a:lvl2pPr>
            <a:lvl3pPr>
              <a:defRPr sz="2025" b="1">
                <a:solidFill>
                  <a:srgbClr val="167F74"/>
                </a:solidFill>
                <a:latin typeface="Arial"/>
                <a:ea typeface="Arial"/>
                <a:cs typeface="Arial"/>
              </a:defRPr>
            </a:lvl3pPr>
            <a:lvl4pPr>
              <a:defRPr sz="2025" b="1">
                <a:solidFill>
                  <a:srgbClr val="167F74"/>
                </a:solidFill>
                <a:latin typeface="Arial"/>
                <a:ea typeface="Arial"/>
                <a:cs typeface="Arial"/>
              </a:defRPr>
            </a:lvl4pPr>
            <a:lvl5pPr>
              <a:defRPr sz="2025" b="1">
                <a:solidFill>
                  <a:srgbClr val="167F74"/>
                </a:solidFill>
                <a:latin typeface="Arial"/>
                <a:ea typeface="Arial"/>
                <a:cs typeface="Arial"/>
              </a:defRPr>
            </a:lvl5pPr>
            <a:lvl6pPr>
              <a:defRPr sz="2025" b="1">
                <a:solidFill>
                  <a:srgbClr val="167F74"/>
                </a:solidFill>
                <a:latin typeface="Arial"/>
                <a:ea typeface="Arial"/>
                <a:cs typeface="Arial"/>
              </a:defRPr>
            </a:lvl6pPr>
            <a:lvl7pPr>
              <a:defRPr sz="2025" b="1">
                <a:solidFill>
                  <a:srgbClr val="167F74"/>
                </a:solidFill>
                <a:latin typeface="Arial"/>
                <a:ea typeface="Arial"/>
                <a:cs typeface="Arial"/>
              </a:defRPr>
            </a:lvl7pPr>
            <a:lvl8pPr>
              <a:defRPr sz="2025" b="1">
                <a:solidFill>
                  <a:srgbClr val="167F74"/>
                </a:solidFill>
                <a:latin typeface="Arial"/>
                <a:ea typeface="Arial"/>
                <a:cs typeface="Arial"/>
              </a:defRPr>
            </a:lvl8pPr>
            <a:lvl9pPr>
              <a:defRPr sz="2025" b="1">
                <a:solidFill>
                  <a:srgbClr val="167F74"/>
                </a:solidFill>
                <a:latin typeface="Arial"/>
                <a:ea typeface="Arial"/>
                <a:cs typeface="Arial"/>
              </a:defRPr>
            </a:lvl9pPr>
          </a:lstStyle>
          <a:p xmlns:a="http://schemas.openxmlformats.org/drawingml/2006/main">
            <a:pPr>
              <a:defRPr sz="2025" b="1">
                <a:solidFill>
                  <a:srgbClr val="167F74"/>
                </a:solidFill>
                <a:latin typeface="Arial"/>
                <a:ea typeface="Arial"/>
                <a:cs typeface="Arial"/>
              </a:defRPr>
            </a:pPr>
            <a:r>
              <a:rPr sz="2025" b="1">
                <a:solidFill>
                  <a:srgbClr val="167F74"/>
                </a:solidFill>
                <a:latin typeface="Arial"/>
                <a:ea typeface="Arial"/>
                <a:cs typeface="Arial"/>
              </a:rPr>
              <a:t>01</a:t>
            </a:r>
          </a:p>
        </p:txBody>
      </p:sp>
      <p:sp>
        <p:nvSpPr>
          <p:cNvPr id="6" name="text">
            <a:extLst xmlns:a="http://schemas.openxmlformats.org/drawingml/2006/main">
              <a:ext uri="{FF2B5EF4-FFF2-40B4-BE49-F238E27FC236}">
                <a16:creationId xmlns:a16="http://schemas.microsoft.com/office/drawing/2014/main" id="{14EF8656-C530-4A1F-9ECF-E97F7043984B}"/>
              </a:ext>
            </a:extLst>
          </p:cNvPr>
          <p:cNvSpPr>
            <a:spLocks xmlns:a="http://schemas.openxmlformats.org/drawingml/2006/main" noGrp="1"/>
          </p:cNvSpPr>
          <p:nvPr/>
        </p:nvSpPr>
        <p:spPr>
          <a:xfrm xmlns:a="http://schemas.openxmlformats.org/drawingml/2006/main">
            <a:off x="609600" y="5781675"/>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2A42"/>
                </a:solidFill>
                <a:latin typeface="Arial"/>
                <a:ea typeface="Arial"/>
                <a:cs typeface="Arial"/>
              </a:defRPr>
            </a:defPPr>
            <a:lvl1pPr>
              <a:defRPr sz="1725" b="1">
                <a:solidFill>
                  <a:srgbClr val="172A42"/>
                </a:solidFill>
                <a:latin typeface="Arial"/>
                <a:ea typeface="Arial"/>
                <a:cs typeface="Arial"/>
              </a:defRPr>
            </a:lvl1pPr>
            <a:lvl2pPr>
              <a:defRPr sz="1725" b="1">
                <a:solidFill>
                  <a:srgbClr val="172A42"/>
                </a:solidFill>
                <a:latin typeface="Arial"/>
                <a:ea typeface="Arial"/>
                <a:cs typeface="Arial"/>
              </a:defRPr>
            </a:lvl2pPr>
            <a:lvl3pPr>
              <a:defRPr sz="1725" b="1">
                <a:solidFill>
                  <a:srgbClr val="172A42"/>
                </a:solidFill>
                <a:latin typeface="Arial"/>
                <a:ea typeface="Arial"/>
                <a:cs typeface="Arial"/>
              </a:defRPr>
            </a:lvl3pPr>
            <a:lvl4pPr>
              <a:defRPr sz="1725" b="1">
                <a:solidFill>
                  <a:srgbClr val="172A42"/>
                </a:solidFill>
                <a:latin typeface="Arial"/>
                <a:ea typeface="Arial"/>
                <a:cs typeface="Arial"/>
              </a:defRPr>
            </a:lvl4pPr>
            <a:lvl5pPr>
              <a:defRPr sz="1725" b="1">
                <a:solidFill>
                  <a:srgbClr val="172A42"/>
                </a:solidFill>
                <a:latin typeface="Arial"/>
                <a:ea typeface="Arial"/>
                <a:cs typeface="Arial"/>
              </a:defRPr>
            </a:lvl5pPr>
            <a:lvl6pPr>
              <a:defRPr sz="1725" b="1">
                <a:solidFill>
                  <a:srgbClr val="172A42"/>
                </a:solidFill>
                <a:latin typeface="Arial"/>
                <a:ea typeface="Arial"/>
                <a:cs typeface="Arial"/>
              </a:defRPr>
            </a:lvl6pPr>
            <a:lvl7pPr>
              <a:defRPr sz="1725" b="1">
                <a:solidFill>
                  <a:srgbClr val="172A42"/>
                </a:solidFill>
                <a:latin typeface="Arial"/>
                <a:ea typeface="Arial"/>
                <a:cs typeface="Arial"/>
              </a:defRPr>
            </a:lvl7pPr>
            <a:lvl8pPr>
              <a:defRPr sz="1725" b="1">
                <a:solidFill>
                  <a:srgbClr val="172A42"/>
                </a:solidFill>
                <a:latin typeface="Arial"/>
                <a:ea typeface="Arial"/>
                <a:cs typeface="Arial"/>
              </a:defRPr>
            </a:lvl8pPr>
            <a:lvl9pPr>
              <a:defRPr sz="1725" b="1">
                <a:solidFill>
                  <a:srgbClr val="172A42"/>
                </a:solidFill>
                <a:latin typeface="Arial"/>
                <a:ea typeface="Arial"/>
                <a:cs typeface="Arial"/>
              </a:defRPr>
            </a:lvl9pPr>
          </a:lstStyle>
          <a:p xmlns:a="http://schemas.openxmlformats.org/drawingml/2006/main">
            <a:pPr>
              <a:defRPr sz="1725" b="1">
                <a:solidFill>
                  <a:srgbClr val="172A42"/>
                </a:solidFill>
                <a:latin typeface="Arial"/>
                <a:ea typeface="Arial"/>
                <a:cs typeface="Arial"/>
              </a:defRPr>
            </a:pPr>
            <a:r>
              <a:rPr sz="1725" b="1">
                <a:solidFill>
                  <a:srgbClr val="172A42"/>
                </a:solidFill>
                <a:latin typeface="Arial"/>
                <a:ea typeface="Arial"/>
                <a:cs typeface="Arial"/>
              </a:rPr>
              <a:t>Observe gaps</a:t>
            </a:r>
          </a:p>
        </p:txBody>
      </p:sp>
      <p:sp>
        <p:nvSpPr>
          <p:cNvPr id="7" name="text">
            <a:extLst xmlns:a="http://schemas.openxmlformats.org/drawingml/2006/main">
              <a:ext uri="{FF2B5EF4-FFF2-40B4-BE49-F238E27FC236}">
                <a16:creationId xmlns:a16="http://schemas.microsoft.com/office/drawing/2014/main" id="{63BA3071-1907-4C79-B8D8-F94CBB1AF302}"/>
              </a:ext>
            </a:extLst>
          </p:cNvPr>
          <p:cNvSpPr>
            <a:spLocks xmlns:a="http://schemas.openxmlformats.org/drawingml/2006/main" noGrp="1"/>
          </p:cNvSpPr>
          <p:nvPr/>
        </p:nvSpPr>
        <p:spPr>
          <a:xfrm xmlns:a="http://schemas.openxmlformats.org/drawingml/2006/main">
            <a:off x="3371850" y="54006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67F74"/>
                </a:solidFill>
                <a:latin typeface="Arial"/>
                <a:ea typeface="Arial"/>
                <a:cs typeface="Arial"/>
              </a:defRPr>
            </a:defPPr>
            <a:lvl1pPr>
              <a:defRPr sz="2025" b="1">
                <a:solidFill>
                  <a:srgbClr val="167F74"/>
                </a:solidFill>
                <a:latin typeface="Arial"/>
                <a:ea typeface="Arial"/>
                <a:cs typeface="Arial"/>
              </a:defRPr>
            </a:lvl1pPr>
            <a:lvl2pPr>
              <a:defRPr sz="2025" b="1">
                <a:solidFill>
                  <a:srgbClr val="167F74"/>
                </a:solidFill>
                <a:latin typeface="Arial"/>
                <a:ea typeface="Arial"/>
                <a:cs typeface="Arial"/>
              </a:defRPr>
            </a:lvl2pPr>
            <a:lvl3pPr>
              <a:defRPr sz="2025" b="1">
                <a:solidFill>
                  <a:srgbClr val="167F74"/>
                </a:solidFill>
                <a:latin typeface="Arial"/>
                <a:ea typeface="Arial"/>
                <a:cs typeface="Arial"/>
              </a:defRPr>
            </a:lvl3pPr>
            <a:lvl4pPr>
              <a:defRPr sz="2025" b="1">
                <a:solidFill>
                  <a:srgbClr val="167F74"/>
                </a:solidFill>
                <a:latin typeface="Arial"/>
                <a:ea typeface="Arial"/>
                <a:cs typeface="Arial"/>
              </a:defRPr>
            </a:lvl4pPr>
            <a:lvl5pPr>
              <a:defRPr sz="2025" b="1">
                <a:solidFill>
                  <a:srgbClr val="167F74"/>
                </a:solidFill>
                <a:latin typeface="Arial"/>
                <a:ea typeface="Arial"/>
                <a:cs typeface="Arial"/>
              </a:defRPr>
            </a:lvl5pPr>
            <a:lvl6pPr>
              <a:defRPr sz="2025" b="1">
                <a:solidFill>
                  <a:srgbClr val="167F74"/>
                </a:solidFill>
                <a:latin typeface="Arial"/>
                <a:ea typeface="Arial"/>
                <a:cs typeface="Arial"/>
              </a:defRPr>
            </a:lvl6pPr>
            <a:lvl7pPr>
              <a:defRPr sz="2025" b="1">
                <a:solidFill>
                  <a:srgbClr val="167F74"/>
                </a:solidFill>
                <a:latin typeface="Arial"/>
                <a:ea typeface="Arial"/>
                <a:cs typeface="Arial"/>
              </a:defRPr>
            </a:lvl7pPr>
            <a:lvl8pPr>
              <a:defRPr sz="2025" b="1">
                <a:solidFill>
                  <a:srgbClr val="167F74"/>
                </a:solidFill>
                <a:latin typeface="Arial"/>
                <a:ea typeface="Arial"/>
                <a:cs typeface="Arial"/>
              </a:defRPr>
            </a:lvl8pPr>
            <a:lvl9pPr>
              <a:defRPr sz="2025" b="1">
                <a:solidFill>
                  <a:srgbClr val="167F74"/>
                </a:solidFill>
                <a:latin typeface="Arial"/>
                <a:ea typeface="Arial"/>
                <a:cs typeface="Arial"/>
              </a:defRPr>
            </a:lvl9pPr>
          </a:lstStyle>
          <a:p xmlns:a="http://schemas.openxmlformats.org/drawingml/2006/main">
            <a:pPr>
              <a:defRPr sz="2025" b="1">
                <a:solidFill>
                  <a:srgbClr val="167F74"/>
                </a:solidFill>
                <a:latin typeface="Arial"/>
                <a:ea typeface="Arial"/>
                <a:cs typeface="Arial"/>
              </a:defRPr>
            </a:pPr>
            <a:r>
              <a:rPr sz="2025" b="1">
                <a:solidFill>
                  <a:srgbClr val="167F74"/>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D9D28A45-897C-4D6E-9EBD-1B77A46A4224}"/>
              </a:ext>
            </a:extLst>
          </p:cNvPr>
          <p:cNvSpPr>
            <a:spLocks xmlns:a="http://schemas.openxmlformats.org/drawingml/2006/main" noGrp="1"/>
          </p:cNvSpPr>
          <p:nvPr/>
        </p:nvSpPr>
        <p:spPr>
          <a:xfrm xmlns:a="http://schemas.openxmlformats.org/drawingml/2006/main">
            <a:off x="3371850" y="5781675"/>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2A42"/>
                </a:solidFill>
                <a:latin typeface="Arial"/>
                <a:ea typeface="Arial"/>
                <a:cs typeface="Arial"/>
              </a:defRPr>
            </a:defPPr>
            <a:lvl1pPr>
              <a:defRPr sz="1725" b="1">
                <a:solidFill>
                  <a:srgbClr val="172A42"/>
                </a:solidFill>
                <a:latin typeface="Arial"/>
                <a:ea typeface="Arial"/>
                <a:cs typeface="Arial"/>
              </a:defRPr>
            </a:lvl1pPr>
            <a:lvl2pPr>
              <a:defRPr sz="1725" b="1">
                <a:solidFill>
                  <a:srgbClr val="172A42"/>
                </a:solidFill>
                <a:latin typeface="Arial"/>
                <a:ea typeface="Arial"/>
                <a:cs typeface="Arial"/>
              </a:defRPr>
            </a:lvl2pPr>
            <a:lvl3pPr>
              <a:defRPr sz="1725" b="1">
                <a:solidFill>
                  <a:srgbClr val="172A42"/>
                </a:solidFill>
                <a:latin typeface="Arial"/>
                <a:ea typeface="Arial"/>
                <a:cs typeface="Arial"/>
              </a:defRPr>
            </a:lvl3pPr>
            <a:lvl4pPr>
              <a:defRPr sz="1725" b="1">
                <a:solidFill>
                  <a:srgbClr val="172A42"/>
                </a:solidFill>
                <a:latin typeface="Arial"/>
                <a:ea typeface="Arial"/>
                <a:cs typeface="Arial"/>
              </a:defRPr>
            </a:lvl4pPr>
            <a:lvl5pPr>
              <a:defRPr sz="1725" b="1">
                <a:solidFill>
                  <a:srgbClr val="172A42"/>
                </a:solidFill>
                <a:latin typeface="Arial"/>
                <a:ea typeface="Arial"/>
                <a:cs typeface="Arial"/>
              </a:defRPr>
            </a:lvl5pPr>
            <a:lvl6pPr>
              <a:defRPr sz="1725" b="1">
                <a:solidFill>
                  <a:srgbClr val="172A42"/>
                </a:solidFill>
                <a:latin typeface="Arial"/>
                <a:ea typeface="Arial"/>
                <a:cs typeface="Arial"/>
              </a:defRPr>
            </a:lvl6pPr>
            <a:lvl7pPr>
              <a:defRPr sz="1725" b="1">
                <a:solidFill>
                  <a:srgbClr val="172A42"/>
                </a:solidFill>
                <a:latin typeface="Arial"/>
                <a:ea typeface="Arial"/>
                <a:cs typeface="Arial"/>
              </a:defRPr>
            </a:lvl7pPr>
            <a:lvl8pPr>
              <a:defRPr sz="1725" b="1">
                <a:solidFill>
                  <a:srgbClr val="172A42"/>
                </a:solidFill>
                <a:latin typeface="Arial"/>
                <a:ea typeface="Arial"/>
                <a:cs typeface="Arial"/>
              </a:defRPr>
            </a:lvl8pPr>
            <a:lvl9pPr>
              <a:defRPr sz="1725" b="1">
                <a:solidFill>
                  <a:srgbClr val="172A42"/>
                </a:solidFill>
                <a:latin typeface="Arial"/>
                <a:ea typeface="Arial"/>
                <a:cs typeface="Arial"/>
              </a:defRPr>
            </a:lvl9pPr>
          </a:lstStyle>
          <a:p xmlns:a="http://schemas.openxmlformats.org/drawingml/2006/main">
            <a:pPr>
              <a:defRPr sz="1725" b="1">
                <a:solidFill>
                  <a:srgbClr val="172A42"/>
                </a:solidFill>
                <a:latin typeface="Arial"/>
                <a:ea typeface="Arial"/>
                <a:cs typeface="Arial"/>
              </a:defRPr>
            </a:pPr>
            <a:r>
              <a:rPr sz="1725" b="1">
                <a:solidFill>
                  <a:srgbClr val="172A42"/>
                </a:solidFill>
                <a:latin typeface="Arial"/>
                <a:ea typeface="Arial"/>
                <a:cs typeface="Arial"/>
              </a:rPr>
              <a:t>Retrieve amendment</a:t>
            </a:r>
          </a:p>
        </p:txBody>
      </p:sp>
      <p:sp>
        <p:nvSpPr>
          <p:cNvPr id="9" name="text">
            <a:extLst xmlns:a="http://schemas.openxmlformats.org/drawingml/2006/main">
              <a:ext uri="{FF2B5EF4-FFF2-40B4-BE49-F238E27FC236}">
                <a16:creationId xmlns:a16="http://schemas.microsoft.com/office/drawing/2014/main" id="{D03ECBF9-4098-4682-A013-CABC381D4F53}"/>
              </a:ext>
            </a:extLst>
          </p:cNvPr>
          <p:cNvSpPr>
            <a:spLocks xmlns:a="http://schemas.openxmlformats.org/drawingml/2006/main" noGrp="1"/>
          </p:cNvSpPr>
          <p:nvPr/>
        </p:nvSpPr>
        <p:spPr>
          <a:xfrm xmlns:a="http://schemas.openxmlformats.org/drawingml/2006/main">
            <a:off x="6134100" y="54006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67F74"/>
                </a:solidFill>
                <a:latin typeface="Arial"/>
                <a:ea typeface="Arial"/>
                <a:cs typeface="Arial"/>
              </a:defRPr>
            </a:defPPr>
            <a:lvl1pPr>
              <a:defRPr sz="2025" b="1">
                <a:solidFill>
                  <a:srgbClr val="167F74"/>
                </a:solidFill>
                <a:latin typeface="Arial"/>
                <a:ea typeface="Arial"/>
                <a:cs typeface="Arial"/>
              </a:defRPr>
            </a:lvl1pPr>
            <a:lvl2pPr>
              <a:defRPr sz="2025" b="1">
                <a:solidFill>
                  <a:srgbClr val="167F74"/>
                </a:solidFill>
                <a:latin typeface="Arial"/>
                <a:ea typeface="Arial"/>
                <a:cs typeface="Arial"/>
              </a:defRPr>
            </a:lvl2pPr>
            <a:lvl3pPr>
              <a:defRPr sz="2025" b="1">
                <a:solidFill>
                  <a:srgbClr val="167F74"/>
                </a:solidFill>
                <a:latin typeface="Arial"/>
                <a:ea typeface="Arial"/>
                <a:cs typeface="Arial"/>
              </a:defRPr>
            </a:lvl3pPr>
            <a:lvl4pPr>
              <a:defRPr sz="2025" b="1">
                <a:solidFill>
                  <a:srgbClr val="167F74"/>
                </a:solidFill>
                <a:latin typeface="Arial"/>
                <a:ea typeface="Arial"/>
                <a:cs typeface="Arial"/>
              </a:defRPr>
            </a:lvl4pPr>
            <a:lvl5pPr>
              <a:defRPr sz="2025" b="1">
                <a:solidFill>
                  <a:srgbClr val="167F74"/>
                </a:solidFill>
                <a:latin typeface="Arial"/>
                <a:ea typeface="Arial"/>
                <a:cs typeface="Arial"/>
              </a:defRPr>
            </a:lvl5pPr>
            <a:lvl6pPr>
              <a:defRPr sz="2025" b="1">
                <a:solidFill>
                  <a:srgbClr val="167F74"/>
                </a:solidFill>
                <a:latin typeface="Arial"/>
                <a:ea typeface="Arial"/>
                <a:cs typeface="Arial"/>
              </a:defRPr>
            </a:lvl6pPr>
            <a:lvl7pPr>
              <a:defRPr sz="2025" b="1">
                <a:solidFill>
                  <a:srgbClr val="167F74"/>
                </a:solidFill>
                <a:latin typeface="Arial"/>
                <a:ea typeface="Arial"/>
                <a:cs typeface="Arial"/>
              </a:defRPr>
            </a:lvl7pPr>
            <a:lvl8pPr>
              <a:defRPr sz="2025" b="1">
                <a:solidFill>
                  <a:srgbClr val="167F74"/>
                </a:solidFill>
                <a:latin typeface="Arial"/>
                <a:ea typeface="Arial"/>
                <a:cs typeface="Arial"/>
              </a:defRPr>
            </a:lvl8pPr>
            <a:lvl9pPr>
              <a:defRPr sz="2025" b="1">
                <a:solidFill>
                  <a:srgbClr val="167F74"/>
                </a:solidFill>
                <a:latin typeface="Arial"/>
                <a:ea typeface="Arial"/>
                <a:cs typeface="Arial"/>
              </a:defRPr>
            </a:lvl9pPr>
          </a:lstStyle>
          <a:p xmlns:a="http://schemas.openxmlformats.org/drawingml/2006/main">
            <a:pPr>
              <a:defRPr sz="2025" b="1">
                <a:solidFill>
                  <a:srgbClr val="167F74"/>
                </a:solidFill>
                <a:latin typeface="Arial"/>
                <a:ea typeface="Arial"/>
                <a:cs typeface="Arial"/>
              </a:defRPr>
            </a:pPr>
            <a:r>
              <a:rPr sz="2025" b="1">
                <a:solidFill>
                  <a:srgbClr val="167F74"/>
                </a:solidFill>
                <a:latin typeface="Arial"/>
                <a:ea typeface="Arial"/>
                <a:cs typeface="Arial"/>
              </a:rPr>
              <a:t>03</a:t>
            </a:r>
          </a:p>
        </p:txBody>
      </p:sp>
      <p:sp>
        <p:nvSpPr>
          <p:cNvPr id="10" name="text">
            <a:extLst xmlns:a="http://schemas.openxmlformats.org/drawingml/2006/main">
              <a:ext uri="{FF2B5EF4-FFF2-40B4-BE49-F238E27FC236}">
                <a16:creationId xmlns:a16="http://schemas.microsoft.com/office/drawing/2014/main" id="{A88CF317-C604-4322-990F-15165EF0A99A}"/>
              </a:ext>
            </a:extLst>
          </p:cNvPr>
          <p:cNvSpPr>
            <a:spLocks xmlns:a="http://schemas.openxmlformats.org/drawingml/2006/main" noGrp="1"/>
          </p:cNvSpPr>
          <p:nvPr/>
        </p:nvSpPr>
        <p:spPr>
          <a:xfrm xmlns:a="http://schemas.openxmlformats.org/drawingml/2006/main">
            <a:off x="6134100" y="5781675"/>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2A42"/>
                </a:solidFill>
                <a:latin typeface="Arial"/>
                <a:ea typeface="Arial"/>
                <a:cs typeface="Arial"/>
              </a:defRPr>
            </a:defPPr>
            <a:lvl1pPr>
              <a:defRPr sz="1725" b="1">
                <a:solidFill>
                  <a:srgbClr val="172A42"/>
                </a:solidFill>
                <a:latin typeface="Arial"/>
                <a:ea typeface="Arial"/>
                <a:cs typeface="Arial"/>
              </a:defRPr>
            </a:lvl1pPr>
            <a:lvl2pPr>
              <a:defRPr sz="1725" b="1">
                <a:solidFill>
                  <a:srgbClr val="172A42"/>
                </a:solidFill>
                <a:latin typeface="Arial"/>
                <a:ea typeface="Arial"/>
                <a:cs typeface="Arial"/>
              </a:defRPr>
            </a:lvl2pPr>
            <a:lvl3pPr>
              <a:defRPr sz="1725" b="1">
                <a:solidFill>
                  <a:srgbClr val="172A42"/>
                </a:solidFill>
                <a:latin typeface="Arial"/>
                <a:ea typeface="Arial"/>
                <a:cs typeface="Arial"/>
              </a:defRPr>
            </a:lvl3pPr>
            <a:lvl4pPr>
              <a:defRPr sz="1725" b="1">
                <a:solidFill>
                  <a:srgbClr val="172A42"/>
                </a:solidFill>
                <a:latin typeface="Arial"/>
                <a:ea typeface="Arial"/>
                <a:cs typeface="Arial"/>
              </a:defRPr>
            </a:lvl4pPr>
            <a:lvl5pPr>
              <a:defRPr sz="1725" b="1">
                <a:solidFill>
                  <a:srgbClr val="172A42"/>
                </a:solidFill>
                <a:latin typeface="Arial"/>
                <a:ea typeface="Arial"/>
                <a:cs typeface="Arial"/>
              </a:defRPr>
            </a:lvl5pPr>
            <a:lvl6pPr>
              <a:defRPr sz="1725" b="1">
                <a:solidFill>
                  <a:srgbClr val="172A42"/>
                </a:solidFill>
                <a:latin typeface="Arial"/>
                <a:ea typeface="Arial"/>
                <a:cs typeface="Arial"/>
              </a:defRPr>
            </a:lvl6pPr>
            <a:lvl7pPr>
              <a:defRPr sz="1725" b="1">
                <a:solidFill>
                  <a:srgbClr val="172A42"/>
                </a:solidFill>
                <a:latin typeface="Arial"/>
                <a:ea typeface="Arial"/>
                <a:cs typeface="Arial"/>
              </a:defRPr>
            </a:lvl7pPr>
            <a:lvl8pPr>
              <a:defRPr sz="1725" b="1">
                <a:solidFill>
                  <a:srgbClr val="172A42"/>
                </a:solidFill>
                <a:latin typeface="Arial"/>
                <a:ea typeface="Arial"/>
                <a:cs typeface="Arial"/>
              </a:defRPr>
            </a:lvl8pPr>
            <a:lvl9pPr>
              <a:defRPr sz="1725" b="1">
                <a:solidFill>
                  <a:srgbClr val="172A42"/>
                </a:solidFill>
                <a:latin typeface="Arial"/>
                <a:ea typeface="Arial"/>
                <a:cs typeface="Arial"/>
              </a:defRPr>
            </a:lvl9pPr>
          </a:lstStyle>
          <a:p xmlns:a="http://schemas.openxmlformats.org/drawingml/2006/main">
            <a:pPr>
              <a:defRPr sz="1725" b="1">
                <a:solidFill>
                  <a:srgbClr val="172A42"/>
                </a:solidFill>
                <a:latin typeface="Arial"/>
                <a:ea typeface="Arial"/>
                <a:cs typeface="Arial"/>
              </a:defRPr>
            </a:pPr>
            <a:r>
              <a:rPr sz="1725" b="1">
                <a:solidFill>
                  <a:srgbClr val="172A42"/>
                </a:solidFill>
                <a:latin typeface="Arial"/>
                <a:ea typeface="Arial"/>
                <a:cs typeface="Arial"/>
              </a:rPr>
              <a:t>Retrieve receipt</a:t>
            </a:r>
          </a:p>
        </p:txBody>
      </p:sp>
      <p:sp>
        <p:nvSpPr>
          <p:cNvPr id="11" name="text">
            <a:extLst xmlns:a="http://schemas.openxmlformats.org/drawingml/2006/main">
              <a:ext uri="{FF2B5EF4-FFF2-40B4-BE49-F238E27FC236}">
                <a16:creationId xmlns:a16="http://schemas.microsoft.com/office/drawing/2014/main" id="{490F5FE1-F41B-4E75-A489-572B0D7BF3CA}"/>
              </a:ext>
            </a:extLst>
          </p:cNvPr>
          <p:cNvSpPr>
            <a:spLocks xmlns:a="http://schemas.openxmlformats.org/drawingml/2006/main" noGrp="1"/>
          </p:cNvSpPr>
          <p:nvPr/>
        </p:nvSpPr>
        <p:spPr>
          <a:xfrm xmlns:a="http://schemas.openxmlformats.org/drawingml/2006/main">
            <a:off x="8896350" y="54006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67F74"/>
                </a:solidFill>
                <a:latin typeface="Arial"/>
                <a:ea typeface="Arial"/>
                <a:cs typeface="Arial"/>
              </a:defRPr>
            </a:defPPr>
            <a:lvl1pPr>
              <a:defRPr sz="2025" b="1">
                <a:solidFill>
                  <a:srgbClr val="167F74"/>
                </a:solidFill>
                <a:latin typeface="Arial"/>
                <a:ea typeface="Arial"/>
                <a:cs typeface="Arial"/>
              </a:defRPr>
            </a:lvl1pPr>
            <a:lvl2pPr>
              <a:defRPr sz="2025" b="1">
                <a:solidFill>
                  <a:srgbClr val="167F74"/>
                </a:solidFill>
                <a:latin typeface="Arial"/>
                <a:ea typeface="Arial"/>
                <a:cs typeface="Arial"/>
              </a:defRPr>
            </a:lvl2pPr>
            <a:lvl3pPr>
              <a:defRPr sz="2025" b="1">
                <a:solidFill>
                  <a:srgbClr val="167F74"/>
                </a:solidFill>
                <a:latin typeface="Arial"/>
                <a:ea typeface="Arial"/>
                <a:cs typeface="Arial"/>
              </a:defRPr>
            </a:lvl3pPr>
            <a:lvl4pPr>
              <a:defRPr sz="2025" b="1">
                <a:solidFill>
                  <a:srgbClr val="167F74"/>
                </a:solidFill>
                <a:latin typeface="Arial"/>
                <a:ea typeface="Arial"/>
                <a:cs typeface="Arial"/>
              </a:defRPr>
            </a:lvl4pPr>
            <a:lvl5pPr>
              <a:defRPr sz="2025" b="1">
                <a:solidFill>
                  <a:srgbClr val="167F74"/>
                </a:solidFill>
                <a:latin typeface="Arial"/>
                <a:ea typeface="Arial"/>
                <a:cs typeface="Arial"/>
              </a:defRPr>
            </a:lvl5pPr>
            <a:lvl6pPr>
              <a:defRPr sz="2025" b="1">
                <a:solidFill>
                  <a:srgbClr val="167F74"/>
                </a:solidFill>
                <a:latin typeface="Arial"/>
                <a:ea typeface="Arial"/>
                <a:cs typeface="Arial"/>
              </a:defRPr>
            </a:lvl6pPr>
            <a:lvl7pPr>
              <a:defRPr sz="2025" b="1">
                <a:solidFill>
                  <a:srgbClr val="167F74"/>
                </a:solidFill>
                <a:latin typeface="Arial"/>
                <a:ea typeface="Arial"/>
                <a:cs typeface="Arial"/>
              </a:defRPr>
            </a:lvl7pPr>
            <a:lvl8pPr>
              <a:defRPr sz="2025" b="1">
                <a:solidFill>
                  <a:srgbClr val="167F74"/>
                </a:solidFill>
                <a:latin typeface="Arial"/>
                <a:ea typeface="Arial"/>
                <a:cs typeface="Arial"/>
              </a:defRPr>
            </a:lvl8pPr>
            <a:lvl9pPr>
              <a:defRPr sz="2025" b="1">
                <a:solidFill>
                  <a:srgbClr val="167F74"/>
                </a:solidFill>
                <a:latin typeface="Arial"/>
                <a:ea typeface="Arial"/>
                <a:cs typeface="Arial"/>
              </a:defRPr>
            </a:lvl9pPr>
          </a:lstStyle>
          <a:p xmlns:a="http://schemas.openxmlformats.org/drawingml/2006/main">
            <a:pPr>
              <a:defRPr sz="2025" b="1">
                <a:solidFill>
                  <a:srgbClr val="167F74"/>
                </a:solidFill>
                <a:latin typeface="Arial"/>
                <a:ea typeface="Arial"/>
                <a:cs typeface="Arial"/>
              </a:defRPr>
            </a:pPr>
            <a:r>
              <a:rPr sz="2025" b="1">
                <a:solidFill>
                  <a:srgbClr val="167F74"/>
                </a:solidFill>
                <a:latin typeface="Arial"/>
                <a:ea typeface="Arial"/>
                <a:cs typeface="Arial"/>
              </a:rPr>
              <a:t>04</a:t>
            </a:r>
          </a:p>
        </p:txBody>
      </p:sp>
      <p:sp>
        <p:nvSpPr>
          <p:cNvPr id="12" name="text">
            <a:extLst xmlns:a="http://schemas.openxmlformats.org/drawingml/2006/main">
              <a:ext uri="{FF2B5EF4-FFF2-40B4-BE49-F238E27FC236}">
                <a16:creationId xmlns:a16="http://schemas.microsoft.com/office/drawing/2014/main" id="{B4FC5079-0734-475D-929B-54A4EBBE06B9}"/>
              </a:ext>
            </a:extLst>
          </p:cNvPr>
          <p:cNvSpPr>
            <a:spLocks xmlns:a="http://schemas.openxmlformats.org/drawingml/2006/main" noGrp="1"/>
          </p:cNvSpPr>
          <p:nvPr/>
        </p:nvSpPr>
        <p:spPr>
          <a:xfrm xmlns:a="http://schemas.openxmlformats.org/drawingml/2006/main">
            <a:off x="8896350" y="5781675"/>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2A42"/>
                </a:solidFill>
                <a:latin typeface="Arial"/>
                <a:ea typeface="Arial"/>
                <a:cs typeface="Arial"/>
              </a:defRPr>
            </a:defPPr>
            <a:lvl1pPr>
              <a:defRPr sz="1725" b="1">
                <a:solidFill>
                  <a:srgbClr val="172A42"/>
                </a:solidFill>
                <a:latin typeface="Arial"/>
                <a:ea typeface="Arial"/>
                <a:cs typeface="Arial"/>
              </a:defRPr>
            </a:lvl1pPr>
            <a:lvl2pPr>
              <a:defRPr sz="1725" b="1">
                <a:solidFill>
                  <a:srgbClr val="172A42"/>
                </a:solidFill>
                <a:latin typeface="Arial"/>
                <a:ea typeface="Arial"/>
                <a:cs typeface="Arial"/>
              </a:defRPr>
            </a:lvl2pPr>
            <a:lvl3pPr>
              <a:defRPr sz="1725" b="1">
                <a:solidFill>
                  <a:srgbClr val="172A42"/>
                </a:solidFill>
                <a:latin typeface="Arial"/>
                <a:ea typeface="Arial"/>
                <a:cs typeface="Arial"/>
              </a:defRPr>
            </a:lvl3pPr>
            <a:lvl4pPr>
              <a:defRPr sz="1725" b="1">
                <a:solidFill>
                  <a:srgbClr val="172A42"/>
                </a:solidFill>
                <a:latin typeface="Arial"/>
                <a:ea typeface="Arial"/>
                <a:cs typeface="Arial"/>
              </a:defRPr>
            </a:lvl4pPr>
            <a:lvl5pPr>
              <a:defRPr sz="1725" b="1">
                <a:solidFill>
                  <a:srgbClr val="172A42"/>
                </a:solidFill>
                <a:latin typeface="Arial"/>
                <a:ea typeface="Arial"/>
                <a:cs typeface="Arial"/>
              </a:defRPr>
            </a:lvl5pPr>
            <a:lvl6pPr>
              <a:defRPr sz="1725" b="1">
                <a:solidFill>
                  <a:srgbClr val="172A42"/>
                </a:solidFill>
                <a:latin typeface="Arial"/>
                <a:ea typeface="Arial"/>
                <a:cs typeface="Arial"/>
              </a:defRPr>
            </a:lvl6pPr>
            <a:lvl7pPr>
              <a:defRPr sz="1725" b="1">
                <a:solidFill>
                  <a:srgbClr val="172A42"/>
                </a:solidFill>
                <a:latin typeface="Arial"/>
                <a:ea typeface="Arial"/>
                <a:cs typeface="Arial"/>
              </a:defRPr>
            </a:lvl7pPr>
            <a:lvl8pPr>
              <a:defRPr sz="1725" b="1">
                <a:solidFill>
                  <a:srgbClr val="172A42"/>
                </a:solidFill>
                <a:latin typeface="Arial"/>
                <a:ea typeface="Arial"/>
                <a:cs typeface="Arial"/>
              </a:defRPr>
            </a:lvl8pPr>
            <a:lvl9pPr>
              <a:defRPr sz="1725" b="1">
                <a:solidFill>
                  <a:srgbClr val="172A42"/>
                </a:solidFill>
                <a:latin typeface="Arial"/>
                <a:ea typeface="Arial"/>
                <a:cs typeface="Arial"/>
              </a:defRPr>
            </a:lvl9pPr>
          </a:lstStyle>
          <a:p xmlns:a="http://schemas.openxmlformats.org/drawingml/2006/main">
            <a:pPr>
              <a:defRPr sz="1725" b="1">
                <a:solidFill>
                  <a:srgbClr val="172A42"/>
                </a:solidFill>
                <a:latin typeface="Arial"/>
                <a:ea typeface="Arial"/>
                <a:cs typeface="Arial"/>
              </a:defRPr>
            </a:pPr>
            <a:r>
              <a:rPr sz="1725" b="1">
                <a:solidFill>
                  <a:srgbClr val="172A42"/>
                </a:solidFill>
                <a:latin typeface="Arial"/>
                <a:ea typeface="Arial"/>
                <a:cs typeface="Arial"/>
              </a:rPr>
              <a:t>Verify revised evidence</a:t>
            </a:r>
          </a:p>
        </p:txBody>
      </p:sp>
    </p:spTree>
    <p:extLst>
      <p:ext uri="{BB962C8B-B14F-4D97-AF65-F5344CB8AC3E}">
        <p14:creationId xmlns:p14="http://schemas.microsoft.com/office/powerpoint/2010/main" val="1186833509"/>
      </p:ext>
    </p:extLst>
  </p:cSld>
</p:sld>
</file>

<file path=ppt/slides/slide4.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88DE1D4A-C8D9-47E2-B258-6C8B5E5B108E}"/>
              </a:ext>
            </a:extLst>
          </p:cNvPr>
          <p:cNvCxnSpPr>
            <a:stCxn xmlns:a="http://schemas.openxmlformats.org/drawingml/2006/main" id="9" idx="2"/>
            <a:endCxn xmlns:a="http://schemas.openxmlformats.org/drawingml/2006/main" id="17" idx="0"/>
          </p:cNvCxnSpPr>
          <p:nvPr/>
        </p:nvCxnSpPr>
        <p:spPr>
          <a:xfrm xmlns:a="http://schemas.openxmlformats.org/drawingml/2006/main">
            <a:off x="8858250" y="2809875"/>
            <a:ext cx="1323975" cy="1390650"/>
          </a:xfrm>
          <a:prstGeom xmlns:a="http://schemas.openxmlformats.org/drawingml/2006/main" prst="bentConnector4">
            <a:avLst/>
          </a:prstGeom>
          <a:ln xmlns:a="http://schemas.openxmlformats.org/drawingml/2006/main" w="19050">
            <a:solidFill>
              <a:srgbClr val="167F74"/>
            </a:solidFill>
            <a:tailEnd type="arrow" w="med" len="med"/>
          </a:ln>
        </p:spPr>
      </p:cxnSp>
      <p:cxnSp>
        <p:nvCxnSpPr>
          <p:cNvPr id="26" name="">
            <a:extLst xmlns:a="http://schemas.openxmlformats.org/drawingml/2006/main">
              <a:ext uri="{FF2B5EF4-FFF2-40B4-BE49-F238E27FC236}">
                <a16:creationId xmlns:a16="http://schemas.microsoft.com/office/drawing/2014/main" id="{28499E76-E2F0-4564-BE2E-3D4E3BB29D88}"/>
              </a:ext>
            </a:extLst>
          </p:cNvPr>
          <p:cNvCxnSpPr>
            <a:stCxn xmlns:a="http://schemas.openxmlformats.org/drawingml/2006/main" id="13" idx="0"/>
            <a:endCxn xmlns:a="http://schemas.openxmlformats.org/drawingml/2006/main" id="5" idx="2"/>
          </p:cNvCxnSpPr>
          <p:nvPr/>
        </p:nvCxnSpPr>
        <p:spPr>
          <a:xfrm xmlns:a="http://schemas.openxmlformats.org/drawingml/2006/main" flipV="1">
            <a:off x="3362325" y="2809875"/>
            <a:ext cx="1019175" cy="1390650"/>
          </a:xfrm>
          <a:prstGeom xmlns:a="http://schemas.openxmlformats.org/drawingml/2006/main" prst="bentConnector4">
            <a:avLst/>
          </a:prstGeom>
          <a:ln xmlns:a="http://schemas.openxmlformats.org/drawingml/2006/main" w="19050">
            <a:solidFill>
              <a:srgbClr val="167F74"/>
            </a:solidFill>
            <a:tailEnd type="arrow" w="med" len="med"/>
          </a:ln>
        </p:spPr>
      </p:cxnSp>
      <p:cxnSp>
        <p:nvCxnSpPr>
          <p:cNvPr id="25" name="">
            <a:extLst xmlns:a="http://schemas.openxmlformats.org/drawingml/2006/main">
              <a:ext uri="{FF2B5EF4-FFF2-40B4-BE49-F238E27FC236}">
                <a16:creationId xmlns:a16="http://schemas.microsoft.com/office/drawing/2014/main" id="{35BAB841-BF84-4643-B670-5BF9F2B833FC}"/>
              </a:ext>
            </a:extLst>
          </p:cNvPr>
          <p:cNvCxnSpPr>
            <a:stCxn xmlns:a="http://schemas.openxmlformats.org/drawingml/2006/main" id="11" idx="3"/>
            <a:endCxn xmlns:a="http://schemas.openxmlformats.org/drawingml/2006/main" id="13" idx="1"/>
          </p:cNvCxnSpPr>
          <p:nvPr/>
        </p:nvCxnSpPr>
        <p:spPr>
          <a:xfrm xmlns:a="http://schemas.openxmlformats.org/drawingml/2006/main">
            <a:off x="2705100" y="4676775"/>
            <a:ext cx="628650" cy="0"/>
          </a:xfrm>
          <a:prstGeom xmlns:a="http://schemas.openxmlformats.org/drawingml/2006/main" prst="straightConnector1">
            <a:avLst/>
          </a:prstGeom>
          <a:ln xmlns:a="http://schemas.openxmlformats.org/drawingml/2006/main" w="19050">
            <a:solidFill>
              <a:srgbClr val="167F74"/>
            </a:solidFill>
            <a:tailEnd type="arrow" w="med" len="med"/>
          </a:ln>
        </p:spPr>
      </p:cxnSp>
      <p:cxnSp>
        <p:nvCxnSpPr>
          <p:cNvPr id="24" name="">
            <a:extLst xmlns:a="http://schemas.openxmlformats.org/drawingml/2006/main">
              <a:ext uri="{FF2B5EF4-FFF2-40B4-BE49-F238E27FC236}">
                <a16:creationId xmlns:a16="http://schemas.microsoft.com/office/drawing/2014/main" id="{B7EF521F-DD49-4B60-8D71-5A87DD500BBF}"/>
              </a:ext>
            </a:extLst>
          </p:cNvPr>
          <p:cNvCxnSpPr>
            <a:stCxn xmlns:a="http://schemas.openxmlformats.org/drawingml/2006/main" id="15" idx="1"/>
            <a:endCxn xmlns:a="http://schemas.openxmlformats.org/drawingml/2006/main" id="13" idx="3"/>
          </p:cNvCxnSpPr>
          <p:nvPr/>
        </p:nvCxnSpPr>
        <p:spPr>
          <a:xfrm xmlns:a="http://schemas.openxmlformats.org/drawingml/2006/main" flipH="1">
            <a:off x="5429250" y="4676775"/>
            <a:ext cx="628650" cy="0"/>
          </a:xfrm>
          <a:prstGeom xmlns:a="http://schemas.openxmlformats.org/drawingml/2006/main" prst="straightConnector1">
            <a:avLst/>
          </a:prstGeom>
          <a:ln xmlns:a="http://schemas.openxmlformats.org/drawingml/2006/main" w="19050">
            <a:solidFill>
              <a:srgbClr val="167F74"/>
            </a:solidFill>
            <a:tailEnd type="arrow" w="med" len="med"/>
          </a:ln>
        </p:spPr>
      </p:cxnSp>
      <p:cxnSp>
        <p:nvCxnSpPr>
          <p:cNvPr id="22" name="">
            <a:extLst xmlns:a="http://schemas.openxmlformats.org/drawingml/2006/main">
              <a:ext uri="{FF2B5EF4-FFF2-40B4-BE49-F238E27FC236}">
                <a16:creationId xmlns:a16="http://schemas.microsoft.com/office/drawing/2014/main" id="{2CAA6FA8-2C74-480D-B053-B56F1DEADE26}"/>
              </a:ext>
            </a:extLst>
          </p:cNvPr>
          <p:cNvCxnSpPr>
            <a:stCxn xmlns:a="http://schemas.openxmlformats.org/drawingml/2006/main" id="7" idx="2"/>
            <a:endCxn xmlns:a="http://schemas.openxmlformats.org/drawingml/2006/main" id="15" idx="0"/>
          </p:cNvCxnSpPr>
          <p:nvPr/>
        </p:nvCxnSpPr>
        <p:spPr>
          <a:xfrm xmlns:a="http://schemas.openxmlformats.org/drawingml/2006/main">
            <a:off x="6229350" y="2809875"/>
            <a:ext cx="876300" cy="1390650"/>
          </a:xfrm>
          <a:prstGeom xmlns:a="http://schemas.openxmlformats.org/drawingml/2006/main" prst="bentConnector4">
            <a:avLst/>
          </a:prstGeom>
          <a:ln xmlns:a="http://schemas.openxmlformats.org/drawingml/2006/main" w="19050">
            <a:solidFill>
              <a:srgbClr val="167F74"/>
            </a:solidFill>
            <a:tailEnd type="arrow" w="med" len="med"/>
          </a:ln>
        </p:spPr>
      </p:cxnSp>
      <p:cxnSp>
        <p:nvCxnSpPr>
          <p:cNvPr id="21" name="">
            <a:extLst xmlns:a="http://schemas.openxmlformats.org/drawingml/2006/main">
              <a:ext uri="{FF2B5EF4-FFF2-40B4-BE49-F238E27FC236}">
                <a16:creationId xmlns:a16="http://schemas.microsoft.com/office/drawing/2014/main" id="{9C579CEB-ECB3-4322-B695-965363E2C0BB}"/>
              </a:ext>
            </a:extLst>
          </p:cNvPr>
          <p:cNvCxnSpPr>
            <a:stCxn xmlns:a="http://schemas.openxmlformats.org/drawingml/2006/main" id="7" idx="3"/>
            <a:endCxn xmlns:a="http://schemas.openxmlformats.org/drawingml/2006/main" id="9" idx="1"/>
          </p:cNvCxnSpPr>
          <p:nvPr/>
        </p:nvCxnSpPr>
        <p:spPr>
          <a:xfrm xmlns:a="http://schemas.openxmlformats.org/drawingml/2006/main">
            <a:off x="8153400" y="2419350"/>
            <a:ext cx="628650" cy="0"/>
          </a:xfrm>
          <a:prstGeom xmlns:a="http://schemas.openxmlformats.org/drawingml/2006/main" prst="straightConnector1">
            <a:avLst/>
          </a:prstGeom>
          <a:ln xmlns:a="http://schemas.openxmlformats.org/drawingml/2006/main" w="19050">
            <a:solidFill>
              <a:srgbClr val="167F74"/>
            </a:solidFill>
            <a:tailEnd type="arrow" w="med" len="med"/>
          </a:ln>
        </p:spPr>
      </p:cxnSp>
      <p:cxnSp>
        <p:nvCxnSpPr>
          <p:cNvPr id="20" name="">
            <a:extLst xmlns:a="http://schemas.openxmlformats.org/drawingml/2006/main">
              <a:ext uri="{FF2B5EF4-FFF2-40B4-BE49-F238E27FC236}">
                <a16:creationId xmlns:a16="http://schemas.microsoft.com/office/drawing/2014/main" id="{6381055E-00D2-4D32-996B-0425E3806348}"/>
              </a:ext>
            </a:extLst>
          </p:cNvPr>
          <p:cNvCxnSpPr>
            <a:stCxn xmlns:a="http://schemas.openxmlformats.org/drawingml/2006/main" id="5" idx="3"/>
            <a:endCxn xmlns:a="http://schemas.openxmlformats.org/drawingml/2006/main" id="7" idx="1"/>
          </p:cNvCxnSpPr>
          <p:nvPr/>
        </p:nvCxnSpPr>
        <p:spPr>
          <a:xfrm xmlns:a="http://schemas.openxmlformats.org/drawingml/2006/main">
            <a:off x="5429250" y="2419350"/>
            <a:ext cx="628650" cy="0"/>
          </a:xfrm>
          <a:prstGeom xmlns:a="http://schemas.openxmlformats.org/drawingml/2006/main" prst="straightConnector1">
            <a:avLst/>
          </a:prstGeom>
          <a:ln xmlns:a="http://schemas.openxmlformats.org/drawingml/2006/main" w="19050">
            <a:solidFill>
              <a:srgbClr val="167F74"/>
            </a:solidFill>
            <a:tailEnd type="arrow" w="med" len="med"/>
          </a:ln>
        </p:spPr>
      </p:cxnSp>
      <p:cxnSp>
        <p:nvCxnSpPr>
          <p:cNvPr id="19" name="">
            <a:extLst xmlns:a="http://schemas.openxmlformats.org/drawingml/2006/main">
              <a:ext uri="{FF2B5EF4-FFF2-40B4-BE49-F238E27FC236}">
                <a16:creationId xmlns:a16="http://schemas.microsoft.com/office/drawing/2014/main" id="{FCE8EE6C-05C4-4DA7-83BD-A302489B38CE}"/>
              </a:ext>
            </a:extLst>
          </p:cNvPr>
          <p:cNvCxnSpPr>
            <a:stCxn xmlns:a="http://schemas.openxmlformats.org/drawingml/2006/main" id="3" idx="3"/>
            <a:endCxn xmlns:a="http://schemas.openxmlformats.org/drawingml/2006/main" id="5" idx="1"/>
          </p:cNvCxnSpPr>
          <p:nvPr/>
        </p:nvCxnSpPr>
        <p:spPr>
          <a:xfrm xmlns:a="http://schemas.openxmlformats.org/drawingml/2006/main">
            <a:off x="2705100" y="2419350"/>
            <a:ext cx="628650" cy="0"/>
          </a:xfrm>
          <a:prstGeom xmlns:a="http://schemas.openxmlformats.org/drawingml/2006/main" prst="straightConnector1">
            <a:avLst/>
          </a:prstGeom>
          <a:ln xmlns:a="http://schemas.openxmlformats.org/drawingml/2006/main" w="19050">
            <a:solidFill>
              <a:srgbClr val="167F74"/>
            </a:solidFill>
            <a:tailEnd type="arrow" w="med" len="med"/>
          </a:ln>
        </p:spPr>
      </p:cxnSp>
      <p:sp>
        <p:nvSpPr>
          <p:cNvPr id="31" name="title">
            <a:extLst xmlns:a="http://schemas.openxmlformats.org/drawingml/2006/main">
              <a:ext uri="{FF2B5EF4-FFF2-40B4-BE49-F238E27FC236}">
                <a16:creationId xmlns:a16="http://schemas.microsoft.com/office/drawing/2014/main" id="{42FDA0E9-5964-4598-B33F-E17FB6FC3E58}"/>
              </a:ext>
            </a:extLst>
          </p:cNvPr>
          <p:cNvSpPr>
            <a:spLocks xmlns:a="http://schemas.openxmlformats.org/drawingml/2006/main" noGrp="1"/>
          </p:cNvSpPr>
          <p:nvPr/>
        </p:nvSpPr>
        <p:spPr>
          <a:xfrm xmlns:a="http://schemas.openxmlformats.org/drawingml/2006/main">
            <a:off x="609600" y="552450"/>
            <a:ext cx="10858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2A42"/>
                </a:solidFill>
                <a:latin typeface="Arial"/>
                <a:ea typeface="Arial"/>
                <a:cs typeface="Arial"/>
              </a:defRPr>
            </a:defPPr>
            <a:lvl1pPr>
              <a:defRPr sz="3450" b="1">
                <a:solidFill>
                  <a:srgbClr val="172A42"/>
                </a:solidFill>
                <a:latin typeface="Arial"/>
                <a:ea typeface="Arial"/>
                <a:cs typeface="Arial"/>
              </a:defRPr>
            </a:lvl1pPr>
            <a:lvl2pPr>
              <a:defRPr sz="3450" b="1">
                <a:solidFill>
                  <a:srgbClr val="172A42"/>
                </a:solidFill>
                <a:latin typeface="Arial"/>
                <a:ea typeface="Arial"/>
                <a:cs typeface="Arial"/>
              </a:defRPr>
            </a:lvl2pPr>
            <a:lvl3pPr>
              <a:defRPr sz="3450" b="1">
                <a:solidFill>
                  <a:srgbClr val="172A42"/>
                </a:solidFill>
                <a:latin typeface="Arial"/>
                <a:ea typeface="Arial"/>
                <a:cs typeface="Arial"/>
              </a:defRPr>
            </a:lvl3pPr>
            <a:lvl4pPr>
              <a:defRPr sz="3450" b="1">
                <a:solidFill>
                  <a:srgbClr val="172A42"/>
                </a:solidFill>
                <a:latin typeface="Arial"/>
                <a:ea typeface="Arial"/>
                <a:cs typeface="Arial"/>
              </a:defRPr>
            </a:lvl4pPr>
            <a:lvl5pPr>
              <a:defRPr sz="3450" b="1">
                <a:solidFill>
                  <a:srgbClr val="172A42"/>
                </a:solidFill>
                <a:latin typeface="Arial"/>
                <a:ea typeface="Arial"/>
                <a:cs typeface="Arial"/>
              </a:defRPr>
            </a:lvl5pPr>
            <a:lvl6pPr>
              <a:defRPr sz="3450" b="1">
                <a:solidFill>
                  <a:srgbClr val="172A42"/>
                </a:solidFill>
                <a:latin typeface="Arial"/>
                <a:ea typeface="Arial"/>
                <a:cs typeface="Arial"/>
              </a:defRPr>
            </a:lvl6pPr>
            <a:lvl7pPr>
              <a:defRPr sz="3450" b="1">
                <a:solidFill>
                  <a:srgbClr val="172A42"/>
                </a:solidFill>
                <a:latin typeface="Arial"/>
                <a:ea typeface="Arial"/>
                <a:cs typeface="Arial"/>
              </a:defRPr>
            </a:lvl7pPr>
            <a:lvl8pPr>
              <a:defRPr sz="3450" b="1">
                <a:solidFill>
                  <a:srgbClr val="172A42"/>
                </a:solidFill>
                <a:latin typeface="Arial"/>
                <a:ea typeface="Arial"/>
                <a:cs typeface="Arial"/>
              </a:defRPr>
            </a:lvl8pPr>
            <a:lvl9pPr>
              <a:defRPr sz="3450" b="1">
                <a:solidFill>
                  <a:srgbClr val="172A42"/>
                </a:solidFill>
                <a:latin typeface="Arial"/>
                <a:ea typeface="Arial"/>
                <a:cs typeface="Arial"/>
              </a:defRPr>
            </a:lvl9pPr>
          </a:lstStyle>
          <a:p xmlns:a="http://schemas.openxmlformats.org/drawingml/2006/main">
            <a:pPr>
              <a:defRPr sz="3450" b="1">
                <a:solidFill>
                  <a:srgbClr val="172A42"/>
                </a:solidFill>
                <a:latin typeface="Arial"/>
                <a:ea typeface="Arial"/>
                <a:cs typeface="Arial"/>
              </a:defRPr>
            </a:pPr>
            <a:r>
              <a:rPr sz="3450" b="1">
                <a:solidFill>
                  <a:srgbClr val="172A42"/>
                </a:solidFill>
                <a:latin typeface="Arial"/>
                <a:ea typeface="Arial"/>
                <a:cs typeface="Arial"/>
              </a:rPr>
              <a:t>The planner chooses evidence. Controls decide.</a:t>
            </a:r>
          </a:p>
        </p:txBody>
      </p:sp>
      <p:sp>
        <p:nvSpPr>
          <p:cNvPr id="2" name="text">
            <a:extLst xmlns:a="http://schemas.openxmlformats.org/drawingml/2006/main">
              <a:ext uri="{FF2B5EF4-FFF2-40B4-BE49-F238E27FC236}">
                <a16:creationId xmlns:a16="http://schemas.microsoft.com/office/drawing/2014/main" id="{CB390E96-2CB3-4A85-92D6-65C2BA1EE428}"/>
              </a:ext>
            </a:extLst>
          </p:cNvPr>
          <p:cNvSpPr>
            <a:spLocks xmlns:a="http://schemas.openxmlformats.org/drawingml/2006/main" noGrp="1"/>
          </p:cNvSpPr>
          <p:nvPr/>
        </p:nvSpPr>
        <p:spPr>
          <a:xfrm xmlns:a="http://schemas.openxmlformats.org/drawingml/2006/main">
            <a:off x="11049000"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D6D82"/>
                </a:solidFill>
                <a:latin typeface="Arial"/>
                <a:ea typeface="Arial"/>
                <a:cs typeface="Arial"/>
              </a:defRPr>
            </a:defPPr>
            <a:lvl1pPr>
              <a:defRPr sz="1200" b="0">
                <a:solidFill>
                  <a:srgbClr val="5D6D82"/>
                </a:solidFill>
                <a:latin typeface="Arial"/>
                <a:ea typeface="Arial"/>
                <a:cs typeface="Arial"/>
              </a:defRPr>
            </a:lvl1pPr>
            <a:lvl2pPr>
              <a:defRPr sz="1200" b="0">
                <a:solidFill>
                  <a:srgbClr val="5D6D82"/>
                </a:solidFill>
                <a:latin typeface="Arial"/>
                <a:ea typeface="Arial"/>
                <a:cs typeface="Arial"/>
              </a:defRPr>
            </a:lvl2pPr>
            <a:lvl3pPr>
              <a:defRPr sz="1200" b="0">
                <a:solidFill>
                  <a:srgbClr val="5D6D82"/>
                </a:solidFill>
                <a:latin typeface="Arial"/>
                <a:ea typeface="Arial"/>
                <a:cs typeface="Arial"/>
              </a:defRPr>
            </a:lvl3pPr>
            <a:lvl4pPr>
              <a:defRPr sz="1200" b="0">
                <a:solidFill>
                  <a:srgbClr val="5D6D82"/>
                </a:solidFill>
                <a:latin typeface="Arial"/>
                <a:ea typeface="Arial"/>
                <a:cs typeface="Arial"/>
              </a:defRPr>
            </a:lvl4pPr>
            <a:lvl5pPr>
              <a:defRPr sz="1200" b="0">
                <a:solidFill>
                  <a:srgbClr val="5D6D82"/>
                </a:solidFill>
                <a:latin typeface="Arial"/>
                <a:ea typeface="Arial"/>
                <a:cs typeface="Arial"/>
              </a:defRPr>
            </a:lvl5pPr>
            <a:lvl6pPr>
              <a:defRPr sz="1200" b="0">
                <a:solidFill>
                  <a:srgbClr val="5D6D82"/>
                </a:solidFill>
                <a:latin typeface="Arial"/>
                <a:ea typeface="Arial"/>
                <a:cs typeface="Arial"/>
              </a:defRPr>
            </a:lvl6pPr>
            <a:lvl7pPr>
              <a:defRPr sz="1200" b="0">
                <a:solidFill>
                  <a:srgbClr val="5D6D82"/>
                </a:solidFill>
                <a:latin typeface="Arial"/>
                <a:ea typeface="Arial"/>
                <a:cs typeface="Arial"/>
              </a:defRPr>
            </a:lvl7pPr>
            <a:lvl8pPr>
              <a:defRPr sz="1200" b="0">
                <a:solidFill>
                  <a:srgbClr val="5D6D82"/>
                </a:solidFill>
                <a:latin typeface="Arial"/>
                <a:ea typeface="Arial"/>
                <a:cs typeface="Arial"/>
              </a:defRPr>
            </a:lvl8pPr>
            <a:lvl9pPr>
              <a:defRPr sz="1200" b="0">
                <a:solidFill>
                  <a:srgbClr val="5D6D82"/>
                </a:solidFill>
                <a:latin typeface="Arial"/>
                <a:ea typeface="Arial"/>
                <a:cs typeface="Arial"/>
              </a:defRPr>
            </a:lvl9pPr>
          </a:lstStyle>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69E9CDF-ED51-4780-8C0C-DE52E2788DA0}"/>
              </a:ext>
            </a:extLst>
          </p:cNvPr>
          <p:cNvSpPr>
            <a:spLocks xmlns:a="http://schemas.openxmlformats.org/drawingml/2006/main" noGrp="1"/>
          </p:cNvSpPr>
          <p:nvPr/>
        </p:nvSpPr>
        <p:spPr>
          <a:xfrm xmlns:a="http://schemas.openxmlformats.org/drawingml/2006/main">
            <a:off x="609600" y="2028825"/>
            <a:ext cx="2095500" cy="781050"/>
          </a:xfrm>
          <a:prstGeom xmlns:a="http://schemas.openxmlformats.org/drawingml/2006/main" prst="roundRect">
            <a:avLst>
              <a:gd name="adj" fmla="val 9756"/>
            </a:avLst>
          </a:prstGeom>
          <a:solidFill xmlns:a="http://schemas.openxmlformats.org/drawingml/2006/main">
            <a:srgbClr val="DEF1E8"/>
          </a:solidFill>
          <a:ln xmlns:a="http://schemas.openxmlformats.org/drawingml/2006/main" w="9525">
            <a:solidFill>
              <a:srgbClr val="167F74"/>
            </a:solidFill>
          </a:ln>
        </p:spPr>
      </p:sp>
      <p:sp>
        <p:nvSpPr>
          <p:cNvPr id="4" name="text">
            <a:extLst xmlns:a="http://schemas.openxmlformats.org/drawingml/2006/main">
              <a:ext uri="{FF2B5EF4-FFF2-40B4-BE49-F238E27FC236}">
                <a16:creationId xmlns:a16="http://schemas.microsoft.com/office/drawing/2014/main" id="{BE19AE0B-3A3F-4740-8413-084BDCD4FBF1}"/>
              </a:ext>
            </a:extLst>
          </p:cNvPr>
          <p:cNvSpPr>
            <a:spLocks xmlns:a="http://schemas.openxmlformats.org/drawingml/2006/main" noGrp="1"/>
          </p:cNvSpPr>
          <p:nvPr/>
        </p:nvSpPr>
        <p:spPr>
          <a:xfrm xmlns:a="http://schemas.openxmlformats.org/drawingml/2006/main">
            <a:off x="762000" y="2162175"/>
            <a:ext cx="1790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2A42"/>
                </a:solidFill>
                <a:latin typeface="Arial"/>
                <a:ea typeface="Arial"/>
                <a:cs typeface="Arial"/>
              </a:defRPr>
            </a:defPPr>
            <a:lvl1pPr>
              <a:defRPr sz="1500" b="1">
                <a:solidFill>
                  <a:srgbClr val="172A42"/>
                </a:solidFill>
                <a:latin typeface="Arial"/>
                <a:ea typeface="Arial"/>
                <a:cs typeface="Arial"/>
              </a:defRPr>
            </a:lvl1pPr>
            <a:lvl2pPr>
              <a:defRPr sz="1500" b="1">
                <a:solidFill>
                  <a:srgbClr val="172A42"/>
                </a:solidFill>
                <a:latin typeface="Arial"/>
                <a:ea typeface="Arial"/>
                <a:cs typeface="Arial"/>
              </a:defRPr>
            </a:lvl2pPr>
            <a:lvl3pPr>
              <a:defRPr sz="1500" b="1">
                <a:solidFill>
                  <a:srgbClr val="172A42"/>
                </a:solidFill>
                <a:latin typeface="Arial"/>
                <a:ea typeface="Arial"/>
                <a:cs typeface="Arial"/>
              </a:defRPr>
            </a:lvl3pPr>
            <a:lvl4pPr>
              <a:defRPr sz="1500" b="1">
                <a:solidFill>
                  <a:srgbClr val="172A42"/>
                </a:solidFill>
                <a:latin typeface="Arial"/>
                <a:ea typeface="Arial"/>
                <a:cs typeface="Arial"/>
              </a:defRPr>
            </a:lvl4pPr>
            <a:lvl5pPr>
              <a:defRPr sz="1500" b="1">
                <a:solidFill>
                  <a:srgbClr val="172A42"/>
                </a:solidFill>
                <a:latin typeface="Arial"/>
                <a:ea typeface="Arial"/>
                <a:cs typeface="Arial"/>
              </a:defRPr>
            </a:lvl5pPr>
            <a:lvl6pPr>
              <a:defRPr sz="1500" b="1">
                <a:solidFill>
                  <a:srgbClr val="172A42"/>
                </a:solidFill>
                <a:latin typeface="Arial"/>
                <a:ea typeface="Arial"/>
                <a:cs typeface="Arial"/>
              </a:defRPr>
            </a:lvl6pPr>
            <a:lvl7pPr>
              <a:defRPr sz="1500" b="1">
                <a:solidFill>
                  <a:srgbClr val="172A42"/>
                </a:solidFill>
                <a:latin typeface="Arial"/>
                <a:ea typeface="Arial"/>
                <a:cs typeface="Arial"/>
              </a:defRPr>
            </a:lvl7pPr>
            <a:lvl8pPr>
              <a:defRPr sz="1500" b="1">
                <a:solidFill>
                  <a:srgbClr val="172A42"/>
                </a:solidFill>
                <a:latin typeface="Arial"/>
                <a:ea typeface="Arial"/>
                <a:cs typeface="Arial"/>
              </a:defRPr>
            </a:lvl8pPr>
            <a:lvl9pPr>
              <a:defRPr sz="1500" b="1">
                <a:solidFill>
                  <a:srgbClr val="172A42"/>
                </a:solidFill>
                <a:latin typeface="Arial"/>
                <a:ea typeface="Arial"/>
                <a:cs typeface="Arial"/>
              </a:defRPr>
            </a:lvl9pPr>
          </a:lstStyle>
          <a:p xmlns:a="http://schemas.openxmlformats.org/drawingml/2006/main">
            <a:pPr>
              <a:defRPr sz="1500" b="1">
                <a:solidFill>
                  <a:srgbClr val="172A42"/>
                </a:solidFill>
                <a:latin typeface="Arial"/>
                <a:ea typeface="Arial"/>
                <a:cs typeface="Arial"/>
              </a:defRPr>
            </a:pPr>
            <a:r>
              <a:rPr sz="1500" b="1">
                <a:solidFill>
                  <a:srgbClr val="172A42"/>
                </a:solidFill>
                <a:latin typeface="Arial"/>
                <a:ea typeface="Arial"/>
                <a:cs typeface="Arial"/>
              </a:rPr>
              <a:t>UI + operational</a:t>
            </a:r>
          </a:p>
          <a:p xmlns:a="http://schemas.openxmlformats.org/drawingml/2006/main">
            <a:pPr>
              <a:defRPr sz="1500" b="1">
                <a:solidFill>
                  <a:srgbClr val="172A42"/>
                </a:solidFill>
                <a:latin typeface="Arial"/>
                <a:ea typeface="Arial"/>
                <a:cs typeface="Arial"/>
              </a:defRPr>
            </a:pPr>
            <a:r>
              <a:rPr sz="1500" b="1">
                <a:solidFill>
                  <a:srgbClr val="172A42"/>
                </a:solidFill>
                <a:latin typeface="Arial"/>
                <a:ea typeface="Arial"/>
                <a:cs typeface="Arial"/>
              </a:rPr>
              <a:t>CSV records</a:t>
            </a:r>
          </a:p>
        </p:txBody>
      </p:sp>
      <p:sp>
        <p:nvSpPr>
          <p:cNvPr id="5" name="">
            <a:extLst xmlns:a="http://schemas.openxmlformats.org/drawingml/2006/main">
              <a:ext uri="{FF2B5EF4-FFF2-40B4-BE49-F238E27FC236}">
                <a16:creationId xmlns:a16="http://schemas.microsoft.com/office/drawing/2014/main" id="{298D88D8-C357-4015-8204-5EE685EE054E}"/>
              </a:ext>
            </a:extLst>
          </p:cNvPr>
          <p:cNvSpPr>
            <a:spLocks xmlns:a="http://schemas.openxmlformats.org/drawingml/2006/main" noGrp="1"/>
          </p:cNvSpPr>
          <p:nvPr/>
        </p:nvSpPr>
        <p:spPr>
          <a:xfrm xmlns:a="http://schemas.openxmlformats.org/drawingml/2006/main">
            <a:off x="3333750" y="2028825"/>
            <a:ext cx="2095500" cy="781050"/>
          </a:xfrm>
          <a:prstGeom xmlns:a="http://schemas.openxmlformats.org/drawingml/2006/main" prst="roundRect">
            <a:avLst>
              <a:gd name="adj" fmla="val 9756"/>
            </a:avLst>
          </a:prstGeom>
          <a:solidFill xmlns:a="http://schemas.openxmlformats.org/drawingml/2006/main">
            <a:srgbClr val="101E33"/>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E77413FD-26CC-4D2B-A944-0DD4E62C4E6D}"/>
              </a:ext>
            </a:extLst>
          </p:cNvPr>
          <p:cNvSpPr>
            <a:spLocks xmlns:a="http://schemas.openxmlformats.org/drawingml/2006/main" noGrp="1"/>
          </p:cNvSpPr>
          <p:nvPr/>
        </p:nvSpPr>
        <p:spPr>
          <a:xfrm xmlns:a="http://schemas.openxmlformats.org/drawingml/2006/main">
            <a:off x="3486150" y="2162175"/>
            <a:ext cx="1790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Matching + risk</a:t>
            </a:r>
          </a:p>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Run all checks</a:t>
            </a:r>
          </a:p>
        </p:txBody>
      </p:sp>
      <p:sp>
        <p:nvSpPr>
          <p:cNvPr id="7" name="">
            <a:extLst xmlns:a="http://schemas.openxmlformats.org/drawingml/2006/main">
              <a:ext uri="{FF2B5EF4-FFF2-40B4-BE49-F238E27FC236}">
                <a16:creationId xmlns:a16="http://schemas.microsoft.com/office/drawing/2014/main" id="{B402C7E8-9DC8-4C99-A72E-B31FBAEE1B08}"/>
              </a:ext>
            </a:extLst>
          </p:cNvPr>
          <p:cNvSpPr>
            <a:spLocks xmlns:a="http://schemas.openxmlformats.org/drawingml/2006/main" noGrp="1"/>
          </p:cNvSpPr>
          <p:nvPr/>
        </p:nvSpPr>
        <p:spPr>
          <a:xfrm xmlns:a="http://schemas.openxmlformats.org/drawingml/2006/main">
            <a:off x="6057900" y="2028825"/>
            <a:ext cx="2095500" cy="781050"/>
          </a:xfrm>
          <a:prstGeom xmlns:a="http://schemas.openxmlformats.org/drawingml/2006/main" prst="roundRect">
            <a:avLst>
              <a:gd name="adj" fmla="val 9756"/>
            </a:avLst>
          </a:prstGeom>
          <a:solidFill xmlns:a="http://schemas.openxmlformats.org/drawingml/2006/main">
            <a:srgbClr val="101E33"/>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75540153-A403-46FD-9A27-41A6C6849FB7}"/>
              </a:ext>
            </a:extLst>
          </p:cNvPr>
          <p:cNvSpPr>
            <a:spLocks xmlns:a="http://schemas.openxmlformats.org/drawingml/2006/main" noGrp="1"/>
          </p:cNvSpPr>
          <p:nvPr/>
        </p:nvSpPr>
        <p:spPr>
          <a:xfrm xmlns:a="http://schemas.openxmlformats.org/drawingml/2006/main">
            <a:off x="6210300" y="2162175"/>
            <a:ext cx="1790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Independent critic</a:t>
            </a:r>
          </a:p>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Recheck evidence</a:t>
            </a:r>
          </a:p>
        </p:txBody>
      </p:sp>
      <p:sp>
        <p:nvSpPr>
          <p:cNvPr id="9" name="">
            <a:extLst xmlns:a="http://schemas.openxmlformats.org/drawingml/2006/main">
              <a:ext uri="{FF2B5EF4-FFF2-40B4-BE49-F238E27FC236}">
                <a16:creationId xmlns:a16="http://schemas.microsoft.com/office/drawing/2014/main" id="{BD148684-ADA6-4356-8576-64712789B542}"/>
              </a:ext>
            </a:extLst>
          </p:cNvPr>
          <p:cNvSpPr>
            <a:spLocks xmlns:a="http://schemas.openxmlformats.org/drawingml/2006/main" noGrp="1"/>
          </p:cNvSpPr>
          <p:nvPr/>
        </p:nvSpPr>
        <p:spPr>
          <a:xfrm xmlns:a="http://schemas.openxmlformats.org/drawingml/2006/main">
            <a:off x="8782050" y="2028825"/>
            <a:ext cx="2800350" cy="781050"/>
          </a:xfrm>
          <a:prstGeom xmlns:a="http://schemas.openxmlformats.org/drawingml/2006/main" prst="roundRect">
            <a:avLst>
              <a:gd name="adj" fmla="val 9756"/>
            </a:avLst>
          </a:prstGeom>
          <a:solidFill xmlns:a="http://schemas.openxmlformats.org/drawingml/2006/main">
            <a:srgbClr val="101E33"/>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F207A640-E248-41CA-AD4C-7C5D56CC5C50}"/>
              </a:ext>
            </a:extLst>
          </p:cNvPr>
          <p:cNvSpPr>
            <a:spLocks xmlns:a="http://schemas.openxmlformats.org/drawingml/2006/main" noGrp="1"/>
          </p:cNvSpPr>
          <p:nvPr/>
        </p:nvSpPr>
        <p:spPr>
          <a:xfrm xmlns:a="http://schemas.openxmlformats.org/drawingml/2006/main">
            <a:off x="8934450" y="2162175"/>
            <a:ext cx="2495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Decision coordinator</a:t>
            </a:r>
          </a:p>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Ready / hold / missing</a:t>
            </a:r>
          </a:p>
        </p:txBody>
      </p:sp>
      <p:sp>
        <p:nvSpPr>
          <p:cNvPr id="11" name="">
            <a:extLst xmlns:a="http://schemas.openxmlformats.org/drawingml/2006/main">
              <a:ext uri="{FF2B5EF4-FFF2-40B4-BE49-F238E27FC236}">
                <a16:creationId xmlns:a16="http://schemas.microsoft.com/office/drawing/2014/main" id="{DEA2661B-39D4-4541-AECF-23C22BDD84DB}"/>
              </a:ext>
            </a:extLst>
          </p:cNvPr>
          <p:cNvSpPr>
            <a:spLocks xmlns:a="http://schemas.openxmlformats.org/drawingml/2006/main" noGrp="1"/>
          </p:cNvSpPr>
          <p:nvPr/>
        </p:nvSpPr>
        <p:spPr>
          <a:xfrm xmlns:a="http://schemas.openxmlformats.org/drawingml/2006/main">
            <a:off x="609600" y="4200525"/>
            <a:ext cx="2095500" cy="952500"/>
          </a:xfrm>
          <a:prstGeom xmlns:a="http://schemas.openxmlformats.org/drawingml/2006/main" prst="roundRect">
            <a:avLst>
              <a:gd name="adj" fmla="val 8000"/>
            </a:avLst>
          </a:prstGeom>
          <a:solidFill xmlns:a="http://schemas.openxmlformats.org/drawingml/2006/main">
            <a:srgbClr val="DEF1E8"/>
          </a:solidFill>
          <a:ln xmlns:a="http://schemas.openxmlformats.org/drawingml/2006/main" w="9525">
            <a:solidFill>
              <a:srgbClr val="167F74"/>
            </a:solidFill>
          </a:ln>
        </p:spPr>
      </p:sp>
      <p:sp>
        <p:nvSpPr>
          <p:cNvPr id="12" name="text">
            <a:extLst xmlns:a="http://schemas.openxmlformats.org/drawingml/2006/main">
              <a:ext uri="{FF2B5EF4-FFF2-40B4-BE49-F238E27FC236}">
                <a16:creationId xmlns:a16="http://schemas.microsoft.com/office/drawing/2014/main" id="{F55F459D-C5D1-4253-A9FE-8188B7B53E28}"/>
              </a:ext>
            </a:extLst>
          </p:cNvPr>
          <p:cNvSpPr>
            <a:spLocks xmlns:a="http://schemas.openxmlformats.org/drawingml/2006/main" noGrp="1"/>
          </p:cNvSpPr>
          <p:nvPr/>
        </p:nvSpPr>
        <p:spPr>
          <a:xfrm xmlns:a="http://schemas.openxmlformats.org/drawingml/2006/main">
            <a:off x="762000" y="4333875"/>
            <a:ext cx="1790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2A42"/>
                </a:solidFill>
                <a:latin typeface="Arial"/>
                <a:ea typeface="Arial"/>
                <a:cs typeface="Arial"/>
              </a:defRPr>
            </a:defPPr>
            <a:lvl1pPr>
              <a:defRPr sz="1500" b="1">
                <a:solidFill>
                  <a:srgbClr val="172A42"/>
                </a:solidFill>
                <a:latin typeface="Arial"/>
                <a:ea typeface="Arial"/>
                <a:cs typeface="Arial"/>
              </a:defRPr>
            </a:lvl1pPr>
            <a:lvl2pPr>
              <a:defRPr sz="1500" b="1">
                <a:solidFill>
                  <a:srgbClr val="172A42"/>
                </a:solidFill>
                <a:latin typeface="Arial"/>
                <a:ea typeface="Arial"/>
                <a:cs typeface="Arial"/>
              </a:defRPr>
            </a:lvl2pPr>
            <a:lvl3pPr>
              <a:defRPr sz="1500" b="1">
                <a:solidFill>
                  <a:srgbClr val="172A42"/>
                </a:solidFill>
                <a:latin typeface="Arial"/>
                <a:ea typeface="Arial"/>
                <a:cs typeface="Arial"/>
              </a:defRPr>
            </a:lvl3pPr>
            <a:lvl4pPr>
              <a:defRPr sz="1500" b="1">
                <a:solidFill>
                  <a:srgbClr val="172A42"/>
                </a:solidFill>
                <a:latin typeface="Arial"/>
                <a:ea typeface="Arial"/>
                <a:cs typeface="Arial"/>
              </a:defRPr>
            </a:lvl4pPr>
            <a:lvl5pPr>
              <a:defRPr sz="1500" b="1">
                <a:solidFill>
                  <a:srgbClr val="172A42"/>
                </a:solidFill>
                <a:latin typeface="Arial"/>
                <a:ea typeface="Arial"/>
                <a:cs typeface="Arial"/>
              </a:defRPr>
            </a:lvl5pPr>
            <a:lvl6pPr>
              <a:defRPr sz="1500" b="1">
                <a:solidFill>
                  <a:srgbClr val="172A42"/>
                </a:solidFill>
                <a:latin typeface="Arial"/>
                <a:ea typeface="Arial"/>
                <a:cs typeface="Arial"/>
              </a:defRPr>
            </a:lvl6pPr>
            <a:lvl7pPr>
              <a:defRPr sz="1500" b="1">
                <a:solidFill>
                  <a:srgbClr val="172A42"/>
                </a:solidFill>
                <a:latin typeface="Arial"/>
                <a:ea typeface="Arial"/>
                <a:cs typeface="Arial"/>
              </a:defRPr>
            </a:lvl7pPr>
            <a:lvl8pPr>
              <a:defRPr sz="1500" b="1">
                <a:solidFill>
                  <a:srgbClr val="172A42"/>
                </a:solidFill>
                <a:latin typeface="Arial"/>
                <a:ea typeface="Arial"/>
                <a:cs typeface="Arial"/>
              </a:defRPr>
            </a:lvl8pPr>
            <a:lvl9pPr>
              <a:defRPr sz="1500" b="1">
                <a:solidFill>
                  <a:srgbClr val="172A42"/>
                </a:solidFill>
                <a:latin typeface="Arial"/>
                <a:ea typeface="Arial"/>
                <a:cs typeface="Arial"/>
              </a:defRPr>
            </a:lvl9pPr>
          </a:lstStyle>
          <a:p xmlns:a="http://schemas.openxmlformats.org/drawingml/2006/main">
            <a:pPr>
              <a:defRPr sz="1500" b="1">
                <a:solidFill>
                  <a:srgbClr val="172A42"/>
                </a:solidFill>
                <a:latin typeface="Arial"/>
                <a:ea typeface="Arial"/>
                <a:cs typeface="Arial"/>
              </a:defRPr>
            </a:pPr>
            <a:r>
              <a:rPr sz="1500" b="1">
                <a:solidFill>
                  <a:srgbClr val="172A42"/>
                </a:solidFill>
                <a:latin typeface="Arial"/>
                <a:ea typeface="Arial"/>
                <a:cs typeface="Arial"/>
              </a:rPr>
              <a:t>Approved sources</a:t>
            </a:r>
          </a:p>
          <a:p xmlns:a="http://schemas.openxmlformats.org/drawingml/2006/main">
            <a:pPr>
              <a:defRPr sz="1500" b="1">
                <a:solidFill>
                  <a:srgbClr val="172A42"/>
                </a:solidFill>
                <a:latin typeface="Arial"/>
                <a:ea typeface="Arial"/>
                <a:cs typeface="Arial"/>
              </a:defRPr>
            </a:pPr>
            <a:r>
              <a:rPr sz="1500" b="1">
                <a:solidFill>
                  <a:srgbClr val="172A42"/>
                </a:solidFill>
                <a:latin typeface="Arial"/>
                <a:ea typeface="Arial"/>
                <a:cs typeface="Arial"/>
              </a:rPr>
              <a:t>PO / GRN / vendor</a:t>
            </a:r>
          </a:p>
        </p:txBody>
      </p:sp>
      <p:sp>
        <p:nvSpPr>
          <p:cNvPr id="13" name="">
            <a:extLst xmlns:a="http://schemas.openxmlformats.org/drawingml/2006/main">
              <a:ext uri="{FF2B5EF4-FFF2-40B4-BE49-F238E27FC236}">
                <a16:creationId xmlns:a16="http://schemas.microsoft.com/office/drawing/2014/main" id="{21F628BA-F126-4269-AD66-D3BDD26040E7}"/>
              </a:ext>
            </a:extLst>
          </p:cNvPr>
          <p:cNvSpPr>
            <a:spLocks xmlns:a="http://schemas.openxmlformats.org/drawingml/2006/main" noGrp="1"/>
          </p:cNvSpPr>
          <p:nvPr/>
        </p:nvSpPr>
        <p:spPr>
          <a:xfrm xmlns:a="http://schemas.openxmlformats.org/drawingml/2006/main">
            <a:off x="3333750" y="4200525"/>
            <a:ext cx="2095500" cy="952500"/>
          </a:xfrm>
          <a:prstGeom xmlns:a="http://schemas.openxmlformats.org/drawingml/2006/main" prst="roundRect">
            <a:avLst>
              <a:gd name="adj" fmla="val 8000"/>
            </a:avLst>
          </a:prstGeom>
          <a:solidFill xmlns:a="http://schemas.openxmlformats.org/drawingml/2006/main">
            <a:srgbClr val="101E33"/>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5EA58E01-D06D-4B20-BB30-A9DD913C069A}"/>
              </a:ext>
            </a:extLst>
          </p:cNvPr>
          <p:cNvSpPr>
            <a:spLocks xmlns:a="http://schemas.openxmlformats.org/drawingml/2006/main" noGrp="1"/>
          </p:cNvSpPr>
          <p:nvPr/>
        </p:nvSpPr>
        <p:spPr>
          <a:xfrm xmlns:a="http://schemas.openxmlformats.org/drawingml/2006/main">
            <a:off x="3486150" y="4333875"/>
            <a:ext cx="1790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Evidence agent</a:t>
            </a:r>
          </a:p>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Verify and apply</a:t>
            </a:r>
          </a:p>
        </p:txBody>
      </p:sp>
      <p:sp>
        <p:nvSpPr>
          <p:cNvPr id="15" name="">
            <a:extLst xmlns:a="http://schemas.openxmlformats.org/drawingml/2006/main">
              <a:ext uri="{FF2B5EF4-FFF2-40B4-BE49-F238E27FC236}">
                <a16:creationId xmlns:a16="http://schemas.microsoft.com/office/drawing/2014/main" id="{82E094BD-2365-4FAF-8702-4720A745DF13}"/>
              </a:ext>
            </a:extLst>
          </p:cNvPr>
          <p:cNvSpPr>
            <a:spLocks xmlns:a="http://schemas.openxmlformats.org/drawingml/2006/main" noGrp="1"/>
          </p:cNvSpPr>
          <p:nvPr/>
        </p:nvSpPr>
        <p:spPr>
          <a:xfrm xmlns:a="http://schemas.openxmlformats.org/drawingml/2006/main">
            <a:off x="6057900" y="4200525"/>
            <a:ext cx="2095500" cy="952500"/>
          </a:xfrm>
          <a:prstGeom xmlns:a="http://schemas.openxmlformats.org/drawingml/2006/main" prst="roundRect">
            <a:avLst>
              <a:gd name="adj" fmla="val 8000"/>
            </a:avLst>
          </a:prstGeom>
          <a:solidFill xmlns:a="http://schemas.openxmlformats.org/drawingml/2006/main">
            <a:srgbClr val="101E33"/>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B62AB8BE-687E-4779-8154-F5DD0A7770EF}"/>
              </a:ext>
            </a:extLst>
          </p:cNvPr>
          <p:cNvSpPr>
            <a:spLocks xmlns:a="http://schemas.openxmlformats.org/drawingml/2006/main" noGrp="1"/>
          </p:cNvSpPr>
          <p:nvPr/>
        </p:nvSpPr>
        <p:spPr>
          <a:xfrm xmlns:a="http://schemas.openxmlformats.org/drawingml/2006/main">
            <a:off x="6210300" y="4333875"/>
            <a:ext cx="1790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Planner</a:t>
            </a:r>
          </a:p>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Choose evidence</a:t>
            </a:r>
          </a:p>
        </p:txBody>
      </p:sp>
      <p:sp>
        <p:nvSpPr>
          <p:cNvPr id="17" name="">
            <a:extLst xmlns:a="http://schemas.openxmlformats.org/drawingml/2006/main">
              <a:ext uri="{FF2B5EF4-FFF2-40B4-BE49-F238E27FC236}">
                <a16:creationId xmlns:a16="http://schemas.microsoft.com/office/drawing/2014/main" id="{B960D019-CE2E-4686-9AD3-A3D789D7E753}"/>
              </a:ext>
            </a:extLst>
          </p:cNvPr>
          <p:cNvSpPr>
            <a:spLocks xmlns:a="http://schemas.openxmlformats.org/drawingml/2006/main" noGrp="1"/>
          </p:cNvSpPr>
          <p:nvPr/>
        </p:nvSpPr>
        <p:spPr>
          <a:xfrm xmlns:a="http://schemas.openxmlformats.org/drawingml/2006/main">
            <a:off x="8782050" y="4200525"/>
            <a:ext cx="2800350" cy="952500"/>
          </a:xfrm>
          <a:prstGeom xmlns:a="http://schemas.openxmlformats.org/drawingml/2006/main" prst="roundRect">
            <a:avLst>
              <a:gd name="adj" fmla="val 8000"/>
            </a:avLst>
          </a:prstGeom>
          <a:solidFill xmlns:a="http://schemas.openxmlformats.org/drawingml/2006/main">
            <a:srgbClr val="DEF1E8"/>
          </a:solidFill>
          <a:ln xmlns:a="http://schemas.openxmlformats.org/drawingml/2006/main" w="9525">
            <a:solidFill>
              <a:srgbClr val="167F74"/>
            </a:solidFill>
          </a:ln>
        </p:spPr>
      </p:sp>
      <p:sp>
        <p:nvSpPr>
          <p:cNvPr id="18" name="text">
            <a:extLst xmlns:a="http://schemas.openxmlformats.org/drawingml/2006/main">
              <a:ext uri="{FF2B5EF4-FFF2-40B4-BE49-F238E27FC236}">
                <a16:creationId xmlns:a16="http://schemas.microsoft.com/office/drawing/2014/main" id="{F96496EF-DABC-401E-98BB-5FDC0B4FFD40}"/>
              </a:ext>
            </a:extLst>
          </p:cNvPr>
          <p:cNvSpPr>
            <a:spLocks xmlns:a="http://schemas.openxmlformats.org/drawingml/2006/main" noGrp="1"/>
          </p:cNvSpPr>
          <p:nvPr/>
        </p:nvSpPr>
        <p:spPr>
          <a:xfrm xmlns:a="http://schemas.openxmlformats.org/drawingml/2006/main">
            <a:off x="8934450" y="4333875"/>
            <a:ext cx="2495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2A42"/>
                </a:solidFill>
                <a:latin typeface="Arial"/>
                <a:ea typeface="Arial"/>
                <a:cs typeface="Arial"/>
              </a:defRPr>
            </a:defPPr>
            <a:lvl1pPr>
              <a:defRPr sz="1500" b="1">
                <a:solidFill>
                  <a:srgbClr val="172A42"/>
                </a:solidFill>
                <a:latin typeface="Arial"/>
                <a:ea typeface="Arial"/>
                <a:cs typeface="Arial"/>
              </a:defRPr>
            </a:lvl1pPr>
            <a:lvl2pPr>
              <a:defRPr sz="1500" b="1">
                <a:solidFill>
                  <a:srgbClr val="172A42"/>
                </a:solidFill>
                <a:latin typeface="Arial"/>
                <a:ea typeface="Arial"/>
                <a:cs typeface="Arial"/>
              </a:defRPr>
            </a:lvl2pPr>
            <a:lvl3pPr>
              <a:defRPr sz="1500" b="1">
                <a:solidFill>
                  <a:srgbClr val="172A42"/>
                </a:solidFill>
                <a:latin typeface="Arial"/>
                <a:ea typeface="Arial"/>
                <a:cs typeface="Arial"/>
              </a:defRPr>
            </a:lvl3pPr>
            <a:lvl4pPr>
              <a:defRPr sz="1500" b="1">
                <a:solidFill>
                  <a:srgbClr val="172A42"/>
                </a:solidFill>
                <a:latin typeface="Arial"/>
                <a:ea typeface="Arial"/>
                <a:cs typeface="Arial"/>
              </a:defRPr>
            </a:lvl4pPr>
            <a:lvl5pPr>
              <a:defRPr sz="1500" b="1">
                <a:solidFill>
                  <a:srgbClr val="172A42"/>
                </a:solidFill>
                <a:latin typeface="Arial"/>
                <a:ea typeface="Arial"/>
                <a:cs typeface="Arial"/>
              </a:defRPr>
            </a:lvl5pPr>
            <a:lvl6pPr>
              <a:defRPr sz="1500" b="1">
                <a:solidFill>
                  <a:srgbClr val="172A42"/>
                </a:solidFill>
                <a:latin typeface="Arial"/>
                <a:ea typeface="Arial"/>
                <a:cs typeface="Arial"/>
              </a:defRPr>
            </a:lvl6pPr>
            <a:lvl7pPr>
              <a:defRPr sz="1500" b="1">
                <a:solidFill>
                  <a:srgbClr val="172A42"/>
                </a:solidFill>
                <a:latin typeface="Arial"/>
                <a:ea typeface="Arial"/>
                <a:cs typeface="Arial"/>
              </a:defRPr>
            </a:lvl7pPr>
            <a:lvl8pPr>
              <a:defRPr sz="1500" b="1">
                <a:solidFill>
                  <a:srgbClr val="172A42"/>
                </a:solidFill>
                <a:latin typeface="Arial"/>
                <a:ea typeface="Arial"/>
                <a:cs typeface="Arial"/>
              </a:defRPr>
            </a:lvl8pPr>
            <a:lvl9pPr>
              <a:defRPr sz="1500" b="1">
                <a:solidFill>
                  <a:srgbClr val="172A42"/>
                </a:solidFill>
                <a:latin typeface="Arial"/>
                <a:ea typeface="Arial"/>
                <a:cs typeface="Arial"/>
              </a:defRPr>
            </a:lvl9pPr>
          </a:lstStyle>
          <a:p xmlns:a="http://schemas.openxmlformats.org/drawingml/2006/main">
            <a:pPr>
              <a:defRPr sz="1500" b="1">
                <a:solidFill>
                  <a:srgbClr val="172A42"/>
                </a:solidFill>
                <a:latin typeface="Arial"/>
                <a:ea typeface="Arial"/>
                <a:cs typeface="Arial"/>
              </a:defRPr>
            </a:pPr>
            <a:r>
              <a:rPr sz="1500" b="1">
                <a:solidFill>
                  <a:srgbClr val="172A42"/>
                </a:solidFill>
                <a:latin typeface="Arial"/>
                <a:ea typeface="Arial"/>
                <a:cs typeface="Arial"/>
              </a:rPr>
              <a:t>Human review</a:t>
            </a:r>
          </a:p>
          <a:p xmlns:a="http://schemas.openxmlformats.org/drawingml/2006/main">
            <a:pPr>
              <a:defRPr sz="1500" b="1">
                <a:solidFill>
                  <a:srgbClr val="172A42"/>
                </a:solidFill>
                <a:latin typeface="Arial"/>
                <a:ea typeface="Arial"/>
                <a:cs typeface="Arial"/>
              </a:defRPr>
            </a:pPr>
            <a:r>
              <a:rPr sz="1500" b="1">
                <a:solidFill>
                  <a:srgbClr val="172A42"/>
                </a:solidFill>
                <a:latin typeface="Arial"/>
                <a:ea typeface="Arial"/>
                <a:cs typeface="Arial"/>
              </a:rPr>
              <a:t>No payment execution</a:t>
            </a:r>
          </a:p>
        </p:txBody>
      </p:sp>
      <p:sp>
        <p:nvSpPr>
          <p:cNvPr id="23" name="text">
            <a:extLst xmlns:a="http://schemas.openxmlformats.org/drawingml/2006/main">
              <a:ext uri="{FF2B5EF4-FFF2-40B4-BE49-F238E27FC236}">
                <a16:creationId xmlns:a16="http://schemas.microsoft.com/office/drawing/2014/main" id="{D3DE622B-D894-4094-A287-CD2707CB79FE}"/>
              </a:ext>
            </a:extLst>
          </p:cNvPr>
          <p:cNvSpPr>
            <a:spLocks xmlns:a="http://schemas.openxmlformats.org/drawingml/2006/main" noGrp="1"/>
          </p:cNvSpPr>
          <p:nvPr/>
        </p:nvSpPr>
        <p:spPr>
          <a:xfrm xmlns:a="http://schemas.openxmlformats.org/drawingml/2006/main">
            <a:off x="6343650" y="33813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67F74"/>
                </a:solidFill>
                <a:latin typeface="Arial"/>
                <a:ea typeface="Arial"/>
                <a:cs typeface="Arial"/>
              </a:defRPr>
            </a:defPPr>
            <a:lvl1pPr>
              <a:defRPr sz="1350" b="0">
                <a:solidFill>
                  <a:srgbClr val="167F74"/>
                </a:solidFill>
                <a:latin typeface="Arial"/>
                <a:ea typeface="Arial"/>
                <a:cs typeface="Arial"/>
              </a:defRPr>
            </a:lvl1pPr>
            <a:lvl2pPr>
              <a:defRPr sz="1350" b="0">
                <a:solidFill>
                  <a:srgbClr val="167F74"/>
                </a:solidFill>
                <a:latin typeface="Arial"/>
                <a:ea typeface="Arial"/>
                <a:cs typeface="Arial"/>
              </a:defRPr>
            </a:lvl2pPr>
            <a:lvl3pPr>
              <a:defRPr sz="1350" b="0">
                <a:solidFill>
                  <a:srgbClr val="167F74"/>
                </a:solidFill>
                <a:latin typeface="Arial"/>
                <a:ea typeface="Arial"/>
                <a:cs typeface="Arial"/>
              </a:defRPr>
            </a:lvl3pPr>
            <a:lvl4pPr>
              <a:defRPr sz="1350" b="0">
                <a:solidFill>
                  <a:srgbClr val="167F74"/>
                </a:solidFill>
                <a:latin typeface="Arial"/>
                <a:ea typeface="Arial"/>
                <a:cs typeface="Arial"/>
              </a:defRPr>
            </a:lvl4pPr>
            <a:lvl5pPr>
              <a:defRPr sz="1350" b="0">
                <a:solidFill>
                  <a:srgbClr val="167F74"/>
                </a:solidFill>
                <a:latin typeface="Arial"/>
                <a:ea typeface="Arial"/>
                <a:cs typeface="Arial"/>
              </a:defRPr>
            </a:lvl5pPr>
            <a:lvl6pPr>
              <a:defRPr sz="1350" b="0">
                <a:solidFill>
                  <a:srgbClr val="167F74"/>
                </a:solidFill>
                <a:latin typeface="Arial"/>
                <a:ea typeface="Arial"/>
                <a:cs typeface="Arial"/>
              </a:defRPr>
            </a:lvl6pPr>
            <a:lvl7pPr>
              <a:defRPr sz="1350" b="0">
                <a:solidFill>
                  <a:srgbClr val="167F74"/>
                </a:solidFill>
                <a:latin typeface="Arial"/>
                <a:ea typeface="Arial"/>
                <a:cs typeface="Arial"/>
              </a:defRPr>
            </a:lvl7pPr>
            <a:lvl8pPr>
              <a:defRPr sz="1350" b="0">
                <a:solidFill>
                  <a:srgbClr val="167F74"/>
                </a:solidFill>
                <a:latin typeface="Arial"/>
                <a:ea typeface="Arial"/>
                <a:cs typeface="Arial"/>
              </a:defRPr>
            </a:lvl8pPr>
            <a:lvl9pPr>
              <a:defRPr sz="1350" b="0">
                <a:solidFill>
                  <a:srgbClr val="167F74"/>
                </a:solidFill>
                <a:latin typeface="Arial"/>
                <a:ea typeface="Arial"/>
                <a:cs typeface="Arial"/>
              </a:defRPr>
            </a:lvl9pPr>
          </a:lstStyle>
          <a:p xmlns:a="http://schemas.openxmlformats.org/drawingml/2006/main">
            <a:pPr>
              <a:defRPr sz="1350" b="0">
                <a:solidFill>
                  <a:srgbClr val="167F74"/>
                </a:solidFill>
                <a:latin typeface="Arial"/>
                <a:ea typeface="Arial"/>
                <a:cs typeface="Arial"/>
              </a:defRPr>
            </a:pPr>
            <a:r>
              <a:rPr sz="1350" b="0">
                <a:solidFill>
                  <a:srgbClr val="167F74"/>
                </a:solidFill>
                <a:latin typeface="Arial"/>
                <a:ea typeface="Arial"/>
                <a:cs typeface="Arial"/>
              </a:rPr>
              <a:t>resolvable gap</a:t>
            </a:r>
          </a:p>
        </p:txBody>
      </p:sp>
      <p:sp>
        <p:nvSpPr>
          <p:cNvPr id="27" name="text">
            <a:extLst xmlns:a="http://schemas.openxmlformats.org/drawingml/2006/main">
              <a:ext uri="{FF2B5EF4-FFF2-40B4-BE49-F238E27FC236}">
                <a16:creationId xmlns:a16="http://schemas.microsoft.com/office/drawing/2014/main" id="{5629CB56-80E0-49E2-9BCC-BCF2329C8A6E}"/>
              </a:ext>
            </a:extLst>
          </p:cNvPr>
          <p:cNvSpPr>
            <a:spLocks xmlns:a="http://schemas.openxmlformats.org/drawingml/2006/main" noGrp="1"/>
          </p:cNvSpPr>
          <p:nvPr/>
        </p:nvSpPr>
        <p:spPr>
          <a:xfrm xmlns:a="http://schemas.openxmlformats.org/drawingml/2006/main">
            <a:off x="3476625" y="33813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67F74"/>
                </a:solidFill>
                <a:latin typeface="Arial"/>
                <a:ea typeface="Arial"/>
                <a:cs typeface="Arial"/>
              </a:defRPr>
            </a:defPPr>
            <a:lvl1pPr>
              <a:defRPr sz="1350" b="0">
                <a:solidFill>
                  <a:srgbClr val="167F74"/>
                </a:solidFill>
                <a:latin typeface="Arial"/>
                <a:ea typeface="Arial"/>
                <a:cs typeface="Arial"/>
              </a:defRPr>
            </a:lvl1pPr>
            <a:lvl2pPr>
              <a:defRPr sz="1350" b="0">
                <a:solidFill>
                  <a:srgbClr val="167F74"/>
                </a:solidFill>
                <a:latin typeface="Arial"/>
                <a:ea typeface="Arial"/>
                <a:cs typeface="Arial"/>
              </a:defRPr>
            </a:lvl2pPr>
            <a:lvl3pPr>
              <a:defRPr sz="1350" b="0">
                <a:solidFill>
                  <a:srgbClr val="167F74"/>
                </a:solidFill>
                <a:latin typeface="Arial"/>
                <a:ea typeface="Arial"/>
                <a:cs typeface="Arial"/>
              </a:defRPr>
            </a:lvl3pPr>
            <a:lvl4pPr>
              <a:defRPr sz="1350" b="0">
                <a:solidFill>
                  <a:srgbClr val="167F74"/>
                </a:solidFill>
                <a:latin typeface="Arial"/>
                <a:ea typeface="Arial"/>
                <a:cs typeface="Arial"/>
              </a:defRPr>
            </a:lvl4pPr>
            <a:lvl5pPr>
              <a:defRPr sz="1350" b="0">
                <a:solidFill>
                  <a:srgbClr val="167F74"/>
                </a:solidFill>
                <a:latin typeface="Arial"/>
                <a:ea typeface="Arial"/>
                <a:cs typeface="Arial"/>
              </a:defRPr>
            </a:lvl5pPr>
            <a:lvl6pPr>
              <a:defRPr sz="1350" b="0">
                <a:solidFill>
                  <a:srgbClr val="167F74"/>
                </a:solidFill>
                <a:latin typeface="Arial"/>
                <a:ea typeface="Arial"/>
                <a:cs typeface="Arial"/>
              </a:defRPr>
            </a:lvl6pPr>
            <a:lvl7pPr>
              <a:defRPr sz="1350" b="0">
                <a:solidFill>
                  <a:srgbClr val="167F74"/>
                </a:solidFill>
                <a:latin typeface="Arial"/>
                <a:ea typeface="Arial"/>
                <a:cs typeface="Arial"/>
              </a:defRPr>
            </a:lvl7pPr>
            <a:lvl8pPr>
              <a:defRPr sz="1350" b="0">
                <a:solidFill>
                  <a:srgbClr val="167F74"/>
                </a:solidFill>
                <a:latin typeface="Arial"/>
                <a:ea typeface="Arial"/>
                <a:cs typeface="Arial"/>
              </a:defRPr>
            </a:lvl8pPr>
            <a:lvl9pPr>
              <a:defRPr sz="1350" b="0">
                <a:solidFill>
                  <a:srgbClr val="167F74"/>
                </a:solidFill>
                <a:latin typeface="Arial"/>
                <a:ea typeface="Arial"/>
                <a:cs typeface="Arial"/>
              </a:defRPr>
            </a:lvl9pPr>
          </a:lstStyle>
          <a:p xmlns:a="http://schemas.openxmlformats.org/drawingml/2006/main">
            <a:pPr>
              <a:defRPr sz="1350" b="0">
                <a:solidFill>
                  <a:srgbClr val="167F74"/>
                </a:solidFill>
                <a:latin typeface="Arial"/>
                <a:ea typeface="Arial"/>
                <a:cs typeface="Arial"/>
              </a:defRPr>
            </a:pPr>
            <a:r>
              <a:rPr sz="1350" b="0">
                <a:solidFill>
                  <a:srgbClr val="167F74"/>
                </a:solidFill>
                <a:latin typeface="Arial"/>
                <a:ea typeface="Arial"/>
                <a:cs typeface="Arial"/>
              </a:rPr>
              <a:t>reassess snapshot</a:t>
            </a:r>
          </a:p>
        </p:txBody>
      </p:sp>
      <p:sp>
        <p:nvSpPr>
          <p:cNvPr id="29" name="text">
            <a:extLst xmlns:a="http://schemas.openxmlformats.org/drawingml/2006/main">
              <a:ext uri="{FF2B5EF4-FFF2-40B4-BE49-F238E27FC236}">
                <a16:creationId xmlns:a16="http://schemas.microsoft.com/office/drawing/2014/main" id="{948FD512-3026-4445-8E96-3A4D1133DE74}"/>
              </a:ext>
            </a:extLst>
          </p:cNvPr>
          <p:cNvSpPr>
            <a:spLocks xmlns:a="http://schemas.openxmlformats.org/drawingml/2006/main" noGrp="1"/>
          </p:cNvSpPr>
          <p:nvPr/>
        </p:nvSpPr>
        <p:spPr>
          <a:xfrm xmlns:a="http://schemas.openxmlformats.org/drawingml/2006/main">
            <a:off x="8972550" y="33813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67F74"/>
                </a:solidFill>
                <a:latin typeface="Arial"/>
                <a:ea typeface="Arial"/>
                <a:cs typeface="Arial"/>
              </a:defRPr>
            </a:defPPr>
            <a:lvl1pPr>
              <a:defRPr sz="1350" b="0">
                <a:solidFill>
                  <a:srgbClr val="167F74"/>
                </a:solidFill>
                <a:latin typeface="Arial"/>
                <a:ea typeface="Arial"/>
                <a:cs typeface="Arial"/>
              </a:defRPr>
            </a:lvl1pPr>
            <a:lvl2pPr>
              <a:defRPr sz="1350" b="0">
                <a:solidFill>
                  <a:srgbClr val="167F74"/>
                </a:solidFill>
                <a:latin typeface="Arial"/>
                <a:ea typeface="Arial"/>
                <a:cs typeface="Arial"/>
              </a:defRPr>
            </a:lvl2pPr>
            <a:lvl3pPr>
              <a:defRPr sz="1350" b="0">
                <a:solidFill>
                  <a:srgbClr val="167F74"/>
                </a:solidFill>
                <a:latin typeface="Arial"/>
                <a:ea typeface="Arial"/>
                <a:cs typeface="Arial"/>
              </a:defRPr>
            </a:lvl3pPr>
            <a:lvl4pPr>
              <a:defRPr sz="1350" b="0">
                <a:solidFill>
                  <a:srgbClr val="167F74"/>
                </a:solidFill>
                <a:latin typeface="Arial"/>
                <a:ea typeface="Arial"/>
                <a:cs typeface="Arial"/>
              </a:defRPr>
            </a:lvl4pPr>
            <a:lvl5pPr>
              <a:defRPr sz="1350" b="0">
                <a:solidFill>
                  <a:srgbClr val="167F74"/>
                </a:solidFill>
                <a:latin typeface="Arial"/>
                <a:ea typeface="Arial"/>
                <a:cs typeface="Arial"/>
              </a:defRPr>
            </a:lvl5pPr>
            <a:lvl6pPr>
              <a:defRPr sz="1350" b="0">
                <a:solidFill>
                  <a:srgbClr val="167F74"/>
                </a:solidFill>
                <a:latin typeface="Arial"/>
                <a:ea typeface="Arial"/>
                <a:cs typeface="Arial"/>
              </a:defRPr>
            </a:lvl6pPr>
            <a:lvl7pPr>
              <a:defRPr sz="1350" b="0">
                <a:solidFill>
                  <a:srgbClr val="167F74"/>
                </a:solidFill>
                <a:latin typeface="Arial"/>
                <a:ea typeface="Arial"/>
                <a:cs typeface="Arial"/>
              </a:defRPr>
            </a:lvl7pPr>
            <a:lvl8pPr>
              <a:defRPr sz="1350" b="0">
                <a:solidFill>
                  <a:srgbClr val="167F74"/>
                </a:solidFill>
                <a:latin typeface="Arial"/>
                <a:ea typeface="Arial"/>
                <a:cs typeface="Arial"/>
              </a:defRPr>
            </a:lvl8pPr>
            <a:lvl9pPr>
              <a:defRPr sz="1350" b="0">
                <a:solidFill>
                  <a:srgbClr val="167F74"/>
                </a:solidFill>
                <a:latin typeface="Arial"/>
                <a:ea typeface="Arial"/>
                <a:cs typeface="Arial"/>
              </a:defRPr>
            </a:lvl9pPr>
          </a:lstStyle>
          <a:p xmlns:a="http://schemas.openxmlformats.org/drawingml/2006/main">
            <a:pPr>
              <a:defRPr sz="1350" b="0">
                <a:solidFill>
                  <a:srgbClr val="167F74"/>
                </a:solidFill>
                <a:latin typeface="Arial"/>
                <a:ea typeface="Arial"/>
                <a:cs typeface="Arial"/>
              </a:defRPr>
            </a:pPr>
            <a:r>
              <a:rPr sz="1350" b="0">
                <a:solidFill>
                  <a:srgbClr val="167F74"/>
                </a:solidFill>
                <a:latin typeface="Arial"/>
                <a:ea typeface="Arial"/>
                <a:cs typeface="Arial"/>
              </a:rPr>
              <a:t>final recommendation</a:t>
            </a:r>
          </a:p>
        </p:txBody>
      </p:sp>
      <p:sp>
        <p:nvSpPr>
          <p:cNvPr id="30" name="text">
            <a:extLst xmlns:a="http://schemas.openxmlformats.org/drawingml/2006/main">
              <a:ext uri="{FF2B5EF4-FFF2-40B4-BE49-F238E27FC236}">
                <a16:creationId xmlns:a16="http://schemas.microsoft.com/office/drawing/2014/main" id="{883A0881-B79A-435D-8892-954A9B65FDD6}"/>
              </a:ext>
            </a:extLst>
          </p:cNvPr>
          <p:cNvSpPr>
            <a:spLocks xmlns:a="http://schemas.openxmlformats.org/drawingml/2006/main" noGrp="1"/>
          </p:cNvSpPr>
          <p:nvPr/>
        </p:nvSpPr>
        <p:spPr>
          <a:xfrm xmlns:a="http://schemas.openxmlformats.org/drawingml/2006/main">
            <a:off x="6096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67F74"/>
                </a:solidFill>
                <a:latin typeface="Arial"/>
                <a:ea typeface="Arial"/>
                <a:cs typeface="Arial"/>
              </a:defRPr>
            </a:defPPr>
            <a:lvl1pPr>
              <a:defRPr sz="1875" b="1">
                <a:solidFill>
                  <a:srgbClr val="167F74"/>
                </a:solidFill>
                <a:latin typeface="Arial"/>
                <a:ea typeface="Arial"/>
                <a:cs typeface="Arial"/>
              </a:defRPr>
            </a:lvl1pPr>
            <a:lvl2pPr>
              <a:defRPr sz="1875" b="1">
                <a:solidFill>
                  <a:srgbClr val="167F74"/>
                </a:solidFill>
                <a:latin typeface="Arial"/>
                <a:ea typeface="Arial"/>
                <a:cs typeface="Arial"/>
              </a:defRPr>
            </a:lvl2pPr>
            <a:lvl3pPr>
              <a:defRPr sz="1875" b="1">
                <a:solidFill>
                  <a:srgbClr val="167F74"/>
                </a:solidFill>
                <a:latin typeface="Arial"/>
                <a:ea typeface="Arial"/>
                <a:cs typeface="Arial"/>
              </a:defRPr>
            </a:lvl3pPr>
            <a:lvl4pPr>
              <a:defRPr sz="1875" b="1">
                <a:solidFill>
                  <a:srgbClr val="167F74"/>
                </a:solidFill>
                <a:latin typeface="Arial"/>
                <a:ea typeface="Arial"/>
                <a:cs typeface="Arial"/>
              </a:defRPr>
            </a:lvl4pPr>
            <a:lvl5pPr>
              <a:defRPr sz="1875" b="1">
                <a:solidFill>
                  <a:srgbClr val="167F74"/>
                </a:solidFill>
                <a:latin typeface="Arial"/>
                <a:ea typeface="Arial"/>
                <a:cs typeface="Arial"/>
              </a:defRPr>
            </a:lvl5pPr>
            <a:lvl6pPr>
              <a:defRPr sz="1875" b="1">
                <a:solidFill>
                  <a:srgbClr val="167F74"/>
                </a:solidFill>
                <a:latin typeface="Arial"/>
                <a:ea typeface="Arial"/>
                <a:cs typeface="Arial"/>
              </a:defRPr>
            </a:lvl6pPr>
            <a:lvl7pPr>
              <a:defRPr sz="1875" b="1">
                <a:solidFill>
                  <a:srgbClr val="167F74"/>
                </a:solidFill>
                <a:latin typeface="Arial"/>
                <a:ea typeface="Arial"/>
                <a:cs typeface="Arial"/>
              </a:defRPr>
            </a:lvl7pPr>
            <a:lvl8pPr>
              <a:defRPr sz="1875" b="1">
                <a:solidFill>
                  <a:srgbClr val="167F74"/>
                </a:solidFill>
                <a:latin typeface="Arial"/>
                <a:ea typeface="Arial"/>
                <a:cs typeface="Arial"/>
              </a:defRPr>
            </a:lvl8pPr>
            <a:lvl9pPr>
              <a:defRPr sz="1875" b="1">
                <a:solidFill>
                  <a:srgbClr val="167F74"/>
                </a:solidFill>
                <a:latin typeface="Arial"/>
                <a:ea typeface="Arial"/>
                <a:cs typeface="Arial"/>
              </a:defRPr>
            </a:lvl9pPr>
          </a:lstStyle>
          <a:p xmlns:a="http://schemas.openxmlformats.org/drawingml/2006/main">
            <a:pPr>
              <a:defRPr sz="1875" b="1">
                <a:solidFill>
                  <a:srgbClr val="167F74"/>
                </a:solidFill>
                <a:latin typeface="Arial"/>
                <a:ea typeface="Arial"/>
                <a:cs typeface="Arial"/>
              </a:defRPr>
            </a:pPr>
            <a:r>
              <a:rPr sz="1875" b="1">
                <a:solidFill>
                  <a:srgbClr val="167F74"/>
                </a:solidFill>
                <a:latin typeface="Arial"/>
                <a:ea typeface="Arial"/>
                <a:cs typeface="Arial"/>
              </a:rPr>
              <a:t>SQLite state: snapshots, case revisions, lifecycle and source-hash recovery</a:t>
            </a:r>
          </a:p>
        </p:txBody>
      </p:sp>
    </p:spTree>
    <p:extLst>
      <p:ext uri="{BB962C8B-B14F-4D97-AF65-F5344CB8AC3E}">
        <p14:creationId xmlns:p14="http://schemas.microsoft.com/office/powerpoint/2010/main" val="864558934"/>
      </p:ext>
    </p:extLst>
  </p:cSld>
</p:sld>
</file>

<file path=ppt/slides/slide5.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7A8AFA3D-8129-4421-8B78-14AAEDFFDEF7}"/>
              </a:ext>
            </a:extLst>
          </p:cNvPr>
          <p:cNvSpPr>
            <a:spLocks xmlns:a="http://schemas.openxmlformats.org/drawingml/2006/main" noGrp="1"/>
          </p:cNvSpPr>
          <p:nvPr/>
        </p:nvSpPr>
        <p:spPr>
          <a:xfrm xmlns:a="http://schemas.openxmlformats.org/drawingml/2006/main">
            <a:off x="609600" y="552450"/>
            <a:ext cx="10858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2A42"/>
                </a:solidFill>
                <a:latin typeface="Arial"/>
                <a:ea typeface="Arial"/>
                <a:cs typeface="Arial"/>
              </a:defRPr>
            </a:defPPr>
            <a:lvl1pPr>
              <a:defRPr sz="3450" b="1">
                <a:solidFill>
                  <a:srgbClr val="172A42"/>
                </a:solidFill>
                <a:latin typeface="Arial"/>
                <a:ea typeface="Arial"/>
                <a:cs typeface="Arial"/>
              </a:defRPr>
            </a:lvl1pPr>
            <a:lvl2pPr>
              <a:defRPr sz="3450" b="1">
                <a:solidFill>
                  <a:srgbClr val="172A42"/>
                </a:solidFill>
                <a:latin typeface="Arial"/>
                <a:ea typeface="Arial"/>
                <a:cs typeface="Arial"/>
              </a:defRPr>
            </a:lvl2pPr>
            <a:lvl3pPr>
              <a:defRPr sz="3450" b="1">
                <a:solidFill>
                  <a:srgbClr val="172A42"/>
                </a:solidFill>
                <a:latin typeface="Arial"/>
                <a:ea typeface="Arial"/>
                <a:cs typeface="Arial"/>
              </a:defRPr>
            </a:lvl3pPr>
            <a:lvl4pPr>
              <a:defRPr sz="3450" b="1">
                <a:solidFill>
                  <a:srgbClr val="172A42"/>
                </a:solidFill>
                <a:latin typeface="Arial"/>
                <a:ea typeface="Arial"/>
                <a:cs typeface="Arial"/>
              </a:defRPr>
            </a:lvl4pPr>
            <a:lvl5pPr>
              <a:defRPr sz="3450" b="1">
                <a:solidFill>
                  <a:srgbClr val="172A42"/>
                </a:solidFill>
                <a:latin typeface="Arial"/>
                <a:ea typeface="Arial"/>
                <a:cs typeface="Arial"/>
              </a:defRPr>
            </a:lvl5pPr>
            <a:lvl6pPr>
              <a:defRPr sz="3450" b="1">
                <a:solidFill>
                  <a:srgbClr val="172A42"/>
                </a:solidFill>
                <a:latin typeface="Arial"/>
                <a:ea typeface="Arial"/>
                <a:cs typeface="Arial"/>
              </a:defRPr>
            </a:lvl6pPr>
            <a:lvl7pPr>
              <a:defRPr sz="3450" b="1">
                <a:solidFill>
                  <a:srgbClr val="172A42"/>
                </a:solidFill>
                <a:latin typeface="Arial"/>
                <a:ea typeface="Arial"/>
                <a:cs typeface="Arial"/>
              </a:defRPr>
            </a:lvl7pPr>
            <a:lvl8pPr>
              <a:defRPr sz="3450" b="1">
                <a:solidFill>
                  <a:srgbClr val="172A42"/>
                </a:solidFill>
                <a:latin typeface="Arial"/>
                <a:ea typeface="Arial"/>
                <a:cs typeface="Arial"/>
              </a:defRPr>
            </a:lvl8pPr>
            <a:lvl9pPr>
              <a:defRPr sz="3450" b="1">
                <a:solidFill>
                  <a:srgbClr val="172A42"/>
                </a:solidFill>
                <a:latin typeface="Arial"/>
                <a:ea typeface="Arial"/>
                <a:cs typeface="Arial"/>
              </a:defRPr>
            </a:lvl9pPr>
          </a:lstStyle>
          <a:p xmlns:a="http://schemas.openxmlformats.org/drawingml/2006/main">
            <a:pPr>
              <a:defRPr sz="3450" b="1">
                <a:solidFill>
                  <a:srgbClr val="172A42"/>
                </a:solidFill>
                <a:latin typeface="Arial"/>
                <a:ea typeface="Arial"/>
                <a:cs typeface="Arial"/>
              </a:defRPr>
            </a:pPr>
            <a:r>
              <a:rPr sz="3450" b="1">
                <a:solidFill>
                  <a:srgbClr val="172A42"/>
                </a:solidFill>
                <a:latin typeface="Arial"/>
                <a:ea typeface="Arial"/>
                <a:cs typeface="Arial"/>
              </a:rPr>
              <a:t>Live: resolve, reopen and revalidate.</a:t>
            </a:r>
          </a:p>
        </p:txBody>
      </p:sp>
      <p:sp>
        <p:nvSpPr>
          <p:cNvPr id="2" name="text">
            <a:extLst xmlns:a="http://schemas.openxmlformats.org/drawingml/2006/main">
              <a:ext uri="{FF2B5EF4-FFF2-40B4-BE49-F238E27FC236}">
                <a16:creationId xmlns:a16="http://schemas.microsoft.com/office/drawing/2014/main" id="{53352BCB-4B06-4E53-80E9-3E99FA8E1FAF}"/>
              </a:ext>
            </a:extLst>
          </p:cNvPr>
          <p:cNvSpPr>
            <a:spLocks xmlns:a="http://schemas.openxmlformats.org/drawingml/2006/main" noGrp="1"/>
          </p:cNvSpPr>
          <p:nvPr/>
        </p:nvSpPr>
        <p:spPr>
          <a:xfrm xmlns:a="http://schemas.openxmlformats.org/drawingml/2006/main">
            <a:off x="11049000"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D6D82"/>
                </a:solidFill>
                <a:latin typeface="Arial"/>
                <a:ea typeface="Arial"/>
                <a:cs typeface="Arial"/>
              </a:defRPr>
            </a:defPPr>
            <a:lvl1pPr>
              <a:defRPr sz="1200" b="0">
                <a:solidFill>
                  <a:srgbClr val="5D6D82"/>
                </a:solidFill>
                <a:latin typeface="Arial"/>
                <a:ea typeface="Arial"/>
                <a:cs typeface="Arial"/>
              </a:defRPr>
            </a:lvl1pPr>
            <a:lvl2pPr>
              <a:defRPr sz="1200" b="0">
                <a:solidFill>
                  <a:srgbClr val="5D6D82"/>
                </a:solidFill>
                <a:latin typeface="Arial"/>
                <a:ea typeface="Arial"/>
                <a:cs typeface="Arial"/>
              </a:defRPr>
            </a:lvl2pPr>
            <a:lvl3pPr>
              <a:defRPr sz="1200" b="0">
                <a:solidFill>
                  <a:srgbClr val="5D6D82"/>
                </a:solidFill>
                <a:latin typeface="Arial"/>
                <a:ea typeface="Arial"/>
                <a:cs typeface="Arial"/>
              </a:defRPr>
            </a:lvl3pPr>
            <a:lvl4pPr>
              <a:defRPr sz="1200" b="0">
                <a:solidFill>
                  <a:srgbClr val="5D6D82"/>
                </a:solidFill>
                <a:latin typeface="Arial"/>
                <a:ea typeface="Arial"/>
                <a:cs typeface="Arial"/>
              </a:defRPr>
            </a:lvl4pPr>
            <a:lvl5pPr>
              <a:defRPr sz="1200" b="0">
                <a:solidFill>
                  <a:srgbClr val="5D6D82"/>
                </a:solidFill>
                <a:latin typeface="Arial"/>
                <a:ea typeface="Arial"/>
                <a:cs typeface="Arial"/>
              </a:defRPr>
            </a:lvl5pPr>
            <a:lvl6pPr>
              <a:defRPr sz="1200" b="0">
                <a:solidFill>
                  <a:srgbClr val="5D6D82"/>
                </a:solidFill>
                <a:latin typeface="Arial"/>
                <a:ea typeface="Arial"/>
                <a:cs typeface="Arial"/>
              </a:defRPr>
            </a:lvl6pPr>
            <a:lvl7pPr>
              <a:defRPr sz="1200" b="0">
                <a:solidFill>
                  <a:srgbClr val="5D6D82"/>
                </a:solidFill>
                <a:latin typeface="Arial"/>
                <a:ea typeface="Arial"/>
                <a:cs typeface="Arial"/>
              </a:defRPr>
            </a:lvl7pPr>
            <a:lvl8pPr>
              <a:defRPr sz="1200" b="0">
                <a:solidFill>
                  <a:srgbClr val="5D6D82"/>
                </a:solidFill>
                <a:latin typeface="Arial"/>
                <a:ea typeface="Arial"/>
                <a:cs typeface="Arial"/>
              </a:defRPr>
            </a:lvl8pPr>
            <a:lvl9pPr>
              <a:defRPr sz="1200" b="0">
                <a:solidFill>
                  <a:srgbClr val="5D6D82"/>
                </a:solidFill>
                <a:latin typeface="Arial"/>
                <a:ea typeface="Arial"/>
                <a:cs typeface="Arial"/>
              </a:defRPr>
            </a:lvl9pPr>
          </a:lstStyle>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7F97B71B-9C75-4DF2-BE28-FA3772AA7A38}"/>
              </a:ext>
            </a:extLst>
          </p:cNvPr>
          <p:cNvPicPr>
            <a:picLocks xmlns:a="http://schemas.openxmlformats.org/drawingml/2006/main" noChangeAspect="1"/>
          </p:cNvPicPr>
          <p:nvPr/>
        </p:nvPicPr>
        <p:blipFill>
          <a:blip xmlns:r="http://schemas.openxmlformats.org/officeDocument/2006/relationships" xmlns:a="http://schemas.openxmlformats.org/drawingml/2006/main" r:embed="Red6774ffcb6e4617"/>
          <a:stretch xmlns:a="http://schemas.openxmlformats.org/drawingml/2006/main"/>
        </p:blipFill>
        <p:spPr>
          <a:xfrm xmlns:a="http://schemas.openxmlformats.org/drawingml/2006/main">
            <a:off x="609600" y="2357087"/>
            <a:ext cx="10972800" cy="981777"/>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77B6F249-7D81-403C-9261-4D4D0E96EBCA}"/>
              </a:ext>
            </a:extLst>
          </p:cNvPr>
          <p:cNvSpPr>
            <a:spLocks xmlns:a="http://schemas.openxmlformats.org/drawingml/2006/main" noGrp="1"/>
          </p:cNvSpPr>
          <p:nvPr/>
        </p:nvSpPr>
        <p:spPr>
          <a:xfrm xmlns:a="http://schemas.openxmlformats.org/drawingml/2006/main">
            <a:off x="609600" y="425767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67F74"/>
                </a:solidFill>
                <a:latin typeface="Arial"/>
                <a:ea typeface="Arial"/>
                <a:cs typeface="Arial"/>
              </a:defRPr>
            </a:defPPr>
            <a:lvl1pPr>
              <a:defRPr sz="2175" b="1">
                <a:solidFill>
                  <a:srgbClr val="167F74"/>
                </a:solidFill>
                <a:latin typeface="Arial"/>
                <a:ea typeface="Arial"/>
                <a:cs typeface="Arial"/>
              </a:defRPr>
            </a:lvl1pPr>
            <a:lvl2pPr>
              <a:defRPr sz="2175" b="1">
                <a:solidFill>
                  <a:srgbClr val="167F74"/>
                </a:solidFill>
                <a:latin typeface="Arial"/>
                <a:ea typeface="Arial"/>
                <a:cs typeface="Arial"/>
              </a:defRPr>
            </a:lvl2pPr>
            <a:lvl3pPr>
              <a:defRPr sz="2175" b="1">
                <a:solidFill>
                  <a:srgbClr val="167F74"/>
                </a:solidFill>
                <a:latin typeface="Arial"/>
                <a:ea typeface="Arial"/>
                <a:cs typeface="Arial"/>
              </a:defRPr>
            </a:lvl3pPr>
            <a:lvl4pPr>
              <a:defRPr sz="2175" b="1">
                <a:solidFill>
                  <a:srgbClr val="167F74"/>
                </a:solidFill>
                <a:latin typeface="Arial"/>
                <a:ea typeface="Arial"/>
                <a:cs typeface="Arial"/>
              </a:defRPr>
            </a:lvl4pPr>
            <a:lvl5pPr>
              <a:defRPr sz="2175" b="1">
                <a:solidFill>
                  <a:srgbClr val="167F74"/>
                </a:solidFill>
                <a:latin typeface="Arial"/>
                <a:ea typeface="Arial"/>
                <a:cs typeface="Arial"/>
              </a:defRPr>
            </a:lvl5pPr>
            <a:lvl6pPr>
              <a:defRPr sz="2175" b="1">
                <a:solidFill>
                  <a:srgbClr val="167F74"/>
                </a:solidFill>
                <a:latin typeface="Arial"/>
                <a:ea typeface="Arial"/>
                <a:cs typeface="Arial"/>
              </a:defRPr>
            </a:lvl6pPr>
            <a:lvl7pPr>
              <a:defRPr sz="2175" b="1">
                <a:solidFill>
                  <a:srgbClr val="167F74"/>
                </a:solidFill>
                <a:latin typeface="Arial"/>
                <a:ea typeface="Arial"/>
                <a:cs typeface="Arial"/>
              </a:defRPr>
            </a:lvl7pPr>
            <a:lvl8pPr>
              <a:defRPr sz="2175" b="1">
                <a:solidFill>
                  <a:srgbClr val="167F74"/>
                </a:solidFill>
                <a:latin typeface="Arial"/>
                <a:ea typeface="Arial"/>
                <a:cs typeface="Arial"/>
              </a:defRPr>
            </a:lvl8pPr>
            <a:lvl9pPr>
              <a:defRPr sz="2175" b="1">
                <a:solidFill>
                  <a:srgbClr val="167F74"/>
                </a:solidFill>
                <a:latin typeface="Arial"/>
                <a:ea typeface="Arial"/>
                <a:cs typeface="Arial"/>
              </a:defRPr>
            </a:lvl9pPr>
          </a:lstStyle>
          <a:p xmlns:a="http://schemas.openxmlformats.org/drawingml/2006/main">
            <a:pPr>
              <a:defRPr sz="2175" b="1">
                <a:solidFill>
                  <a:srgbClr val="167F74"/>
                </a:solidFill>
                <a:latin typeface="Arial"/>
                <a:ea typeface="Arial"/>
                <a:cs typeface="Arial"/>
              </a:defRPr>
            </a:pPr>
            <a:r>
              <a:rPr sz="2175" b="1">
                <a:solidFill>
                  <a:srgbClr val="167F74"/>
                </a:solidFill>
                <a:latin typeface="Arial"/>
                <a:ea typeface="Arial"/>
                <a:cs typeface="Arial"/>
              </a:rPr>
              <a:t>01  Acquire the right evidence</a:t>
            </a:r>
          </a:p>
        </p:txBody>
      </p:sp>
      <p:sp>
        <p:nvSpPr>
          <p:cNvPr id="5" name="text">
            <a:extLst xmlns:a="http://schemas.openxmlformats.org/drawingml/2006/main">
              <a:ext uri="{FF2B5EF4-FFF2-40B4-BE49-F238E27FC236}">
                <a16:creationId xmlns:a16="http://schemas.microsoft.com/office/drawing/2014/main" id="{F75E0240-C1F7-45E5-90E1-A03EF8B584BC}"/>
              </a:ext>
            </a:extLst>
          </p:cNvPr>
          <p:cNvSpPr>
            <a:spLocks xmlns:a="http://schemas.openxmlformats.org/drawingml/2006/main" noGrp="1"/>
          </p:cNvSpPr>
          <p:nvPr/>
        </p:nvSpPr>
        <p:spPr>
          <a:xfrm xmlns:a="http://schemas.openxmlformats.org/drawingml/2006/main">
            <a:off x="609600" y="48768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A42"/>
                </a:solidFill>
                <a:latin typeface="Arial"/>
                <a:ea typeface="Arial"/>
                <a:cs typeface="Arial"/>
              </a:defRPr>
            </a:defPPr>
            <a:lvl1pPr>
              <a:defRPr sz="2025" b="1">
                <a:solidFill>
                  <a:srgbClr val="172A42"/>
                </a:solidFill>
                <a:latin typeface="Arial"/>
                <a:ea typeface="Arial"/>
                <a:cs typeface="Arial"/>
              </a:defRPr>
            </a:lvl1pPr>
            <a:lvl2pPr>
              <a:defRPr sz="2025" b="1">
                <a:solidFill>
                  <a:srgbClr val="172A42"/>
                </a:solidFill>
                <a:latin typeface="Arial"/>
                <a:ea typeface="Arial"/>
                <a:cs typeface="Arial"/>
              </a:defRPr>
            </a:lvl2pPr>
            <a:lvl3pPr>
              <a:defRPr sz="2025" b="1">
                <a:solidFill>
                  <a:srgbClr val="172A42"/>
                </a:solidFill>
                <a:latin typeface="Arial"/>
                <a:ea typeface="Arial"/>
                <a:cs typeface="Arial"/>
              </a:defRPr>
            </a:lvl3pPr>
            <a:lvl4pPr>
              <a:defRPr sz="2025" b="1">
                <a:solidFill>
                  <a:srgbClr val="172A42"/>
                </a:solidFill>
                <a:latin typeface="Arial"/>
                <a:ea typeface="Arial"/>
                <a:cs typeface="Arial"/>
              </a:defRPr>
            </a:lvl4pPr>
            <a:lvl5pPr>
              <a:defRPr sz="2025" b="1">
                <a:solidFill>
                  <a:srgbClr val="172A42"/>
                </a:solidFill>
                <a:latin typeface="Arial"/>
                <a:ea typeface="Arial"/>
                <a:cs typeface="Arial"/>
              </a:defRPr>
            </a:lvl5pPr>
            <a:lvl6pPr>
              <a:defRPr sz="2025" b="1">
                <a:solidFill>
                  <a:srgbClr val="172A42"/>
                </a:solidFill>
                <a:latin typeface="Arial"/>
                <a:ea typeface="Arial"/>
                <a:cs typeface="Arial"/>
              </a:defRPr>
            </a:lvl6pPr>
            <a:lvl7pPr>
              <a:defRPr sz="2025" b="1">
                <a:solidFill>
                  <a:srgbClr val="172A42"/>
                </a:solidFill>
                <a:latin typeface="Arial"/>
                <a:ea typeface="Arial"/>
                <a:cs typeface="Arial"/>
              </a:defRPr>
            </a:lvl7pPr>
            <a:lvl8pPr>
              <a:defRPr sz="2025" b="1">
                <a:solidFill>
                  <a:srgbClr val="172A42"/>
                </a:solidFill>
                <a:latin typeface="Arial"/>
                <a:ea typeface="Arial"/>
                <a:cs typeface="Arial"/>
              </a:defRPr>
            </a:lvl8pPr>
            <a:lvl9pPr>
              <a:defRPr sz="2025" b="1">
                <a:solidFill>
                  <a:srgbClr val="172A42"/>
                </a:solidFill>
                <a:latin typeface="Arial"/>
                <a:ea typeface="Arial"/>
                <a:cs typeface="Arial"/>
              </a:defRPr>
            </a:lvl9pPr>
          </a:lstStyle>
          <a:p xmlns:a="http://schemas.openxmlformats.org/drawingml/2006/main">
            <a:pPr>
              <a:defRPr sz="2025" b="1">
                <a:solidFill>
                  <a:srgbClr val="172A42"/>
                </a:solidFill>
                <a:latin typeface="Arial"/>
                <a:ea typeface="Arial"/>
                <a:cs typeface="Arial"/>
              </a:defRPr>
            </a:pPr>
            <a:r>
              <a:rPr sz="2025" b="1">
                <a:solidFill>
                  <a:srgbClr val="172A42"/>
                </a:solidFill>
                <a:latin typeface="Arial"/>
                <a:ea typeface="Arial"/>
                <a:cs typeface="Arial"/>
              </a:rPr>
              <a:t>Amendment, then warehouse receipt</a:t>
            </a:r>
          </a:p>
        </p:txBody>
      </p:sp>
      <p:sp>
        <p:nvSpPr>
          <p:cNvPr id="6" name="text">
            <a:extLst xmlns:a="http://schemas.openxmlformats.org/drawingml/2006/main">
              <a:ext uri="{FF2B5EF4-FFF2-40B4-BE49-F238E27FC236}">
                <a16:creationId xmlns:a16="http://schemas.microsoft.com/office/drawing/2014/main" id="{E702C5E6-2256-40A7-BF76-FA9497B594A2}"/>
              </a:ext>
            </a:extLst>
          </p:cNvPr>
          <p:cNvSpPr>
            <a:spLocks xmlns:a="http://schemas.openxmlformats.org/drawingml/2006/main" noGrp="1"/>
          </p:cNvSpPr>
          <p:nvPr/>
        </p:nvSpPr>
        <p:spPr>
          <a:xfrm xmlns:a="http://schemas.openxmlformats.org/drawingml/2006/main">
            <a:off x="609600" y="538162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D6D82"/>
                </a:solidFill>
                <a:latin typeface="Arial"/>
                <a:ea typeface="Arial"/>
                <a:cs typeface="Arial"/>
              </a:defRPr>
            </a:defPPr>
            <a:lvl1pPr>
              <a:defRPr sz="1875" b="0">
                <a:solidFill>
                  <a:srgbClr val="5D6D82"/>
                </a:solidFill>
                <a:latin typeface="Arial"/>
                <a:ea typeface="Arial"/>
                <a:cs typeface="Arial"/>
              </a:defRPr>
            </a:lvl1pPr>
            <a:lvl2pPr>
              <a:defRPr sz="1875" b="0">
                <a:solidFill>
                  <a:srgbClr val="5D6D82"/>
                </a:solidFill>
                <a:latin typeface="Arial"/>
                <a:ea typeface="Arial"/>
                <a:cs typeface="Arial"/>
              </a:defRPr>
            </a:lvl2pPr>
            <a:lvl3pPr>
              <a:defRPr sz="1875" b="0">
                <a:solidFill>
                  <a:srgbClr val="5D6D82"/>
                </a:solidFill>
                <a:latin typeface="Arial"/>
                <a:ea typeface="Arial"/>
                <a:cs typeface="Arial"/>
              </a:defRPr>
            </a:lvl3pPr>
            <a:lvl4pPr>
              <a:defRPr sz="1875" b="0">
                <a:solidFill>
                  <a:srgbClr val="5D6D82"/>
                </a:solidFill>
                <a:latin typeface="Arial"/>
                <a:ea typeface="Arial"/>
                <a:cs typeface="Arial"/>
              </a:defRPr>
            </a:lvl4pPr>
            <a:lvl5pPr>
              <a:defRPr sz="1875" b="0">
                <a:solidFill>
                  <a:srgbClr val="5D6D82"/>
                </a:solidFill>
                <a:latin typeface="Arial"/>
                <a:ea typeface="Arial"/>
                <a:cs typeface="Arial"/>
              </a:defRPr>
            </a:lvl5pPr>
            <a:lvl6pPr>
              <a:defRPr sz="1875" b="0">
                <a:solidFill>
                  <a:srgbClr val="5D6D82"/>
                </a:solidFill>
                <a:latin typeface="Arial"/>
                <a:ea typeface="Arial"/>
                <a:cs typeface="Arial"/>
              </a:defRPr>
            </a:lvl6pPr>
            <a:lvl7pPr>
              <a:defRPr sz="1875" b="0">
                <a:solidFill>
                  <a:srgbClr val="5D6D82"/>
                </a:solidFill>
                <a:latin typeface="Arial"/>
                <a:ea typeface="Arial"/>
                <a:cs typeface="Arial"/>
              </a:defRPr>
            </a:lvl7pPr>
            <a:lvl8pPr>
              <a:defRPr sz="1875" b="0">
                <a:solidFill>
                  <a:srgbClr val="5D6D82"/>
                </a:solidFill>
                <a:latin typeface="Arial"/>
                <a:ea typeface="Arial"/>
                <a:cs typeface="Arial"/>
              </a:defRPr>
            </a:lvl8pPr>
            <a:lvl9pPr>
              <a:defRPr sz="1875" b="0">
                <a:solidFill>
                  <a:srgbClr val="5D6D82"/>
                </a:solidFill>
                <a:latin typeface="Arial"/>
                <a:ea typeface="Arial"/>
                <a:cs typeface="Arial"/>
              </a:defRPr>
            </a:lvl9pPr>
          </a:lstStyle>
          <a:p xmlns:a="http://schemas.openxmlformats.org/drawingml/2006/main">
            <a:pPr>
              <a:defRPr sz="1875" b="0">
                <a:solidFill>
                  <a:srgbClr val="5D6D82"/>
                </a:solidFill>
                <a:latin typeface="Arial"/>
                <a:ea typeface="Arial"/>
                <a:cs typeface="Arial"/>
              </a:defRPr>
            </a:pPr>
            <a:r>
              <a:rPr sz="1875" b="0">
                <a:solidFill>
                  <a:srgbClr val="5D6D82"/>
                </a:solidFill>
                <a:latin typeface="Arial"/>
                <a:ea typeface="Arial"/>
                <a:cs typeface="Arial"/>
              </a:rPr>
              <a:t>The next tool follows the remaining gap.</a:t>
            </a:r>
          </a:p>
        </p:txBody>
      </p:sp>
      <p:sp>
        <p:nvSpPr>
          <p:cNvPr id="7" name="text">
            <a:extLst xmlns:a="http://schemas.openxmlformats.org/drawingml/2006/main">
              <a:ext uri="{FF2B5EF4-FFF2-40B4-BE49-F238E27FC236}">
                <a16:creationId xmlns:a16="http://schemas.microsoft.com/office/drawing/2014/main" id="{AF734ACE-512E-49ED-8EB7-81813D685367}"/>
              </a:ext>
            </a:extLst>
          </p:cNvPr>
          <p:cNvSpPr>
            <a:spLocks xmlns:a="http://schemas.openxmlformats.org/drawingml/2006/main" noGrp="1"/>
          </p:cNvSpPr>
          <p:nvPr/>
        </p:nvSpPr>
        <p:spPr>
          <a:xfrm xmlns:a="http://schemas.openxmlformats.org/drawingml/2006/main">
            <a:off x="6496050" y="425767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67F74"/>
                </a:solidFill>
                <a:latin typeface="Arial"/>
                <a:ea typeface="Arial"/>
                <a:cs typeface="Arial"/>
              </a:defRPr>
            </a:defPPr>
            <a:lvl1pPr>
              <a:defRPr sz="2175" b="1">
                <a:solidFill>
                  <a:srgbClr val="167F74"/>
                </a:solidFill>
                <a:latin typeface="Arial"/>
                <a:ea typeface="Arial"/>
                <a:cs typeface="Arial"/>
              </a:defRPr>
            </a:lvl1pPr>
            <a:lvl2pPr>
              <a:defRPr sz="2175" b="1">
                <a:solidFill>
                  <a:srgbClr val="167F74"/>
                </a:solidFill>
                <a:latin typeface="Arial"/>
                <a:ea typeface="Arial"/>
                <a:cs typeface="Arial"/>
              </a:defRPr>
            </a:lvl2pPr>
            <a:lvl3pPr>
              <a:defRPr sz="2175" b="1">
                <a:solidFill>
                  <a:srgbClr val="167F74"/>
                </a:solidFill>
                <a:latin typeface="Arial"/>
                <a:ea typeface="Arial"/>
                <a:cs typeface="Arial"/>
              </a:defRPr>
            </a:lvl3pPr>
            <a:lvl4pPr>
              <a:defRPr sz="2175" b="1">
                <a:solidFill>
                  <a:srgbClr val="167F74"/>
                </a:solidFill>
                <a:latin typeface="Arial"/>
                <a:ea typeface="Arial"/>
                <a:cs typeface="Arial"/>
              </a:defRPr>
            </a:lvl4pPr>
            <a:lvl5pPr>
              <a:defRPr sz="2175" b="1">
                <a:solidFill>
                  <a:srgbClr val="167F74"/>
                </a:solidFill>
                <a:latin typeface="Arial"/>
                <a:ea typeface="Arial"/>
                <a:cs typeface="Arial"/>
              </a:defRPr>
            </a:lvl5pPr>
            <a:lvl6pPr>
              <a:defRPr sz="2175" b="1">
                <a:solidFill>
                  <a:srgbClr val="167F74"/>
                </a:solidFill>
                <a:latin typeface="Arial"/>
                <a:ea typeface="Arial"/>
                <a:cs typeface="Arial"/>
              </a:defRPr>
            </a:lvl6pPr>
            <a:lvl7pPr>
              <a:defRPr sz="2175" b="1">
                <a:solidFill>
                  <a:srgbClr val="167F74"/>
                </a:solidFill>
                <a:latin typeface="Arial"/>
                <a:ea typeface="Arial"/>
                <a:cs typeface="Arial"/>
              </a:defRPr>
            </a:lvl7pPr>
            <a:lvl8pPr>
              <a:defRPr sz="2175" b="1">
                <a:solidFill>
                  <a:srgbClr val="167F74"/>
                </a:solidFill>
                <a:latin typeface="Arial"/>
                <a:ea typeface="Arial"/>
                <a:cs typeface="Arial"/>
              </a:defRPr>
            </a:lvl8pPr>
            <a:lvl9pPr>
              <a:defRPr sz="2175" b="1">
                <a:solidFill>
                  <a:srgbClr val="167F74"/>
                </a:solidFill>
                <a:latin typeface="Arial"/>
                <a:ea typeface="Arial"/>
                <a:cs typeface="Arial"/>
              </a:defRPr>
            </a:lvl9pPr>
          </a:lstStyle>
          <a:p xmlns:a="http://schemas.openxmlformats.org/drawingml/2006/main">
            <a:pPr>
              <a:defRPr sz="2175" b="1">
                <a:solidFill>
                  <a:srgbClr val="167F74"/>
                </a:solidFill>
                <a:latin typeface="Arial"/>
                <a:ea typeface="Arial"/>
                <a:cs typeface="Arial"/>
              </a:defRPr>
            </a:pPr>
            <a:r>
              <a:rPr sz="2175" b="1">
                <a:solidFill>
                  <a:srgbClr val="167F74"/>
                </a:solidFill>
                <a:latin typeface="Arial"/>
                <a:ea typeface="Arial"/>
                <a:cs typeface="Arial"/>
              </a:rPr>
              <a:t>02  Reopen the saved investigation</a:t>
            </a:r>
          </a:p>
        </p:txBody>
      </p:sp>
      <p:sp>
        <p:nvSpPr>
          <p:cNvPr id="8" name="text">
            <a:extLst xmlns:a="http://schemas.openxmlformats.org/drawingml/2006/main">
              <a:ext uri="{FF2B5EF4-FFF2-40B4-BE49-F238E27FC236}">
                <a16:creationId xmlns:a16="http://schemas.microsoft.com/office/drawing/2014/main" id="{8E6494F9-E3E3-4F67-908D-EBEAC8950CB5}"/>
              </a:ext>
            </a:extLst>
          </p:cNvPr>
          <p:cNvSpPr>
            <a:spLocks xmlns:a="http://schemas.openxmlformats.org/drawingml/2006/main" noGrp="1"/>
          </p:cNvSpPr>
          <p:nvPr/>
        </p:nvSpPr>
        <p:spPr>
          <a:xfrm xmlns:a="http://schemas.openxmlformats.org/drawingml/2006/main">
            <a:off x="6496050" y="48768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A42"/>
                </a:solidFill>
                <a:latin typeface="Arial"/>
                <a:ea typeface="Arial"/>
                <a:cs typeface="Arial"/>
              </a:defRPr>
            </a:defPPr>
            <a:lvl1pPr>
              <a:defRPr sz="2025" b="1">
                <a:solidFill>
                  <a:srgbClr val="172A42"/>
                </a:solidFill>
                <a:latin typeface="Arial"/>
                <a:ea typeface="Arial"/>
                <a:cs typeface="Arial"/>
              </a:defRPr>
            </a:lvl1pPr>
            <a:lvl2pPr>
              <a:defRPr sz="2025" b="1">
                <a:solidFill>
                  <a:srgbClr val="172A42"/>
                </a:solidFill>
                <a:latin typeface="Arial"/>
                <a:ea typeface="Arial"/>
                <a:cs typeface="Arial"/>
              </a:defRPr>
            </a:lvl2pPr>
            <a:lvl3pPr>
              <a:defRPr sz="2025" b="1">
                <a:solidFill>
                  <a:srgbClr val="172A42"/>
                </a:solidFill>
                <a:latin typeface="Arial"/>
                <a:ea typeface="Arial"/>
                <a:cs typeface="Arial"/>
              </a:defRPr>
            </a:lvl3pPr>
            <a:lvl4pPr>
              <a:defRPr sz="2025" b="1">
                <a:solidFill>
                  <a:srgbClr val="172A42"/>
                </a:solidFill>
                <a:latin typeface="Arial"/>
                <a:ea typeface="Arial"/>
                <a:cs typeface="Arial"/>
              </a:defRPr>
            </a:lvl4pPr>
            <a:lvl5pPr>
              <a:defRPr sz="2025" b="1">
                <a:solidFill>
                  <a:srgbClr val="172A42"/>
                </a:solidFill>
                <a:latin typeface="Arial"/>
                <a:ea typeface="Arial"/>
                <a:cs typeface="Arial"/>
              </a:defRPr>
            </a:lvl5pPr>
            <a:lvl6pPr>
              <a:defRPr sz="2025" b="1">
                <a:solidFill>
                  <a:srgbClr val="172A42"/>
                </a:solidFill>
                <a:latin typeface="Arial"/>
                <a:ea typeface="Arial"/>
                <a:cs typeface="Arial"/>
              </a:defRPr>
            </a:lvl6pPr>
            <a:lvl7pPr>
              <a:defRPr sz="2025" b="1">
                <a:solidFill>
                  <a:srgbClr val="172A42"/>
                </a:solidFill>
                <a:latin typeface="Arial"/>
                <a:ea typeface="Arial"/>
                <a:cs typeface="Arial"/>
              </a:defRPr>
            </a:lvl7pPr>
            <a:lvl8pPr>
              <a:defRPr sz="2025" b="1">
                <a:solidFill>
                  <a:srgbClr val="172A42"/>
                </a:solidFill>
                <a:latin typeface="Arial"/>
                <a:ea typeface="Arial"/>
                <a:cs typeface="Arial"/>
              </a:defRPr>
            </a:lvl8pPr>
            <a:lvl9pPr>
              <a:defRPr sz="2025" b="1">
                <a:solidFill>
                  <a:srgbClr val="172A42"/>
                </a:solidFill>
                <a:latin typeface="Arial"/>
                <a:ea typeface="Arial"/>
                <a:cs typeface="Arial"/>
              </a:defRPr>
            </a:lvl9pPr>
          </a:lstStyle>
          <a:p xmlns:a="http://schemas.openxmlformats.org/drawingml/2006/main">
            <a:pPr>
              <a:defRPr sz="2025" b="1">
                <a:solidFill>
                  <a:srgbClr val="172A42"/>
                </a:solidFill>
                <a:latin typeface="Arial"/>
                <a:ea typeface="Arial"/>
                <a:cs typeface="Arial"/>
              </a:defRPr>
            </a:pPr>
            <a:r>
              <a:rPr sz="2025" b="1">
                <a:solidFill>
                  <a:srgbClr val="172A42"/>
                </a:solidFill>
                <a:latin typeface="Arial"/>
                <a:ea typeface="Arial"/>
                <a:cs typeface="Arial"/>
              </a:rPr>
              <a:t>Same run ID after a fresh session</a:t>
            </a:r>
          </a:p>
        </p:txBody>
      </p:sp>
      <p:sp>
        <p:nvSpPr>
          <p:cNvPr id="9" name="text">
            <a:extLst xmlns:a="http://schemas.openxmlformats.org/drawingml/2006/main">
              <a:ext uri="{FF2B5EF4-FFF2-40B4-BE49-F238E27FC236}">
                <a16:creationId xmlns:a16="http://schemas.microsoft.com/office/drawing/2014/main" id="{286FA2CA-AADA-43A3-AED2-8D4819678B61}"/>
              </a:ext>
            </a:extLst>
          </p:cNvPr>
          <p:cNvSpPr>
            <a:spLocks xmlns:a="http://schemas.openxmlformats.org/drawingml/2006/main" noGrp="1"/>
          </p:cNvSpPr>
          <p:nvPr/>
        </p:nvSpPr>
        <p:spPr>
          <a:xfrm xmlns:a="http://schemas.openxmlformats.org/drawingml/2006/main">
            <a:off x="6496050" y="538162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D6D82"/>
                </a:solidFill>
                <a:latin typeface="Arial"/>
                <a:ea typeface="Arial"/>
                <a:cs typeface="Arial"/>
              </a:defRPr>
            </a:defPPr>
            <a:lvl1pPr>
              <a:defRPr sz="1875" b="0">
                <a:solidFill>
                  <a:srgbClr val="5D6D82"/>
                </a:solidFill>
                <a:latin typeface="Arial"/>
                <a:ea typeface="Arial"/>
                <a:cs typeface="Arial"/>
              </a:defRPr>
            </a:lvl1pPr>
            <a:lvl2pPr>
              <a:defRPr sz="1875" b="0">
                <a:solidFill>
                  <a:srgbClr val="5D6D82"/>
                </a:solidFill>
                <a:latin typeface="Arial"/>
                <a:ea typeface="Arial"/>
                <a:cs typeface="Arial"/>
              </a:defRPr>
            </a:lvl2pPr>
            <a:lvl3pPr>
              <a:defRPr sz="1875" b="0">
                <a:solidFill>
                  <a:srgbClr val="5D6D82"/>
                </a:solidFill>
                <a:latin typeface="Arial"/>
                <a:ea typeface="Arial"/>
                <a:cs typeface="Arial"/>
              </a:defRPr>
            </a:lvl3pPr>
            <a:lvl4pPr>
              <a:defRPr sz="1875" b="0">
                <a:solidFill>
                  <a:srgbClr val="5D6D82"/>
                </a:solidFill>
                <a:latin typeface="Arial"/>
                <a:ea typeface="Arial"/>
                <a:cs typeface="Arial"/>
              </a:defRPr>
            </a:lvl4pPr>
            <a:lvl5pPr>
              <a:defRPr sz="1875" b="0">
                <a:solidFill>
                  <a:srgbClr val="5D6D82"/>
                </a:solidFill>
                <a:latin typeface="Arial"/>
                <a:ea typeface="Arial"/>
                <a:cs typeface="Arial"/>
              </a:defRPr>
            </a:lvl5pPr>
            <a:lvl6pPr>
              <a:defRPr sz="1875" b="0">
                <a:solidFill>
                  <a:srgbClr val="5D6D82"/>
                </a:solidFill>
                <a:latin typeface="Arial"/>
                <a:ea typeface="Arial"/>
                <a:cs typeface="Arial"/>
              </a:defRPr>
            </a:lvl6pPr>
            <a:lvl7pPr>
              <a:defRPr sz="1875" b="0">
                <a:solidFill>
                  <a:srgbClr val="5D6D82"/>
                </a:solidFill>
                <a:latin typeface="Arial"/>
                <a:ea typeface="Arial"/>
                <a:cs typeface="Arial"/>
              </a:defRPr>
            </a:lvl7pPr>
            <a:lvl8pPr>
              <a:defRPr sz="1875" b="0">
                <a:solidFill>
                  <a:srgbClr val="5D6D82"/>
                </a:solidFill>
                <a:latin typeface="Arial"/>
                <a:ea typeface="Arial"/>
                <a:cs typeface="Arial"/>
              </a:defRPr>
            </a:lvl8pPr>
            <a:lvl9pPr>
              <a:defRPr sz="1875" b="0">
                <a:solidFill>
                  <a:srgbClr val="5D6D82"/>
                </a:solidFill>
                <a:latin typeface="Arial"/>
                <a:ea typeface="Arial"/>
                <a:cs typeface="Arial"/>
              </a:defRPr>
            </a:lvl9pPr>
          </a:lstStyle>
          <a:p xmlns:a="http://schemas.openxmlformats.org/drawingml/2006/main">
            <a:pPr>
              <a:defRPr sz="1875" b="0">
                <a:solidFill>
                  <a:srgbClr val="5D6D82"/>
                </a:solidFill>
                <a:latin typeface="Arial"/>
                <a:ea typeface="Arial"/>
                <a:cs typeface="Arial"/>
              </a:defRPr>
            </a:pPr>
            <a:r>
              <a:rPr sz="1875" b="0">
                <a:solidFill>
                  <a:srgbClr val="5D6D82"/>
                </a:solidFill>
                <a:latin typeface="Arial"/>
                <a:ea typeface="Arial"/>
                <a:cs typeface="Arial"/>
              </a:rPr>
              <a:t>Changed lifecycle requires revalidation.</a:t>
            </a:r>
          </a:p>
        </p:txBody>
      </p:sp>
      <p:sp>
        <p:nvSpPr>
          <p:cNvPr id="10" name="text">
            <a:extLst xmlns:a="http://schemas.openxmlformats.org/drawingml/2006/main">
              <a:ext uri="{FF2B5EF4-FFF2-40B4-BE49-F238E27FC236}">
                <a16:creationId xmlns:a16="http://schemas.microsoft.com/office/drawing/2014/main" id="{0B7DBD0E-C682-4268-B719-9653F5E7EF52}"/>
              </a:ext>
            </a:extLst>
          </p:cNvPr>
          <p:cNvSpPr>
            <a:spLocks xmlns:a="http://schemas.openxmlformats.org/drawingml/2006/main" noGrp="1"/>
          </p:cNvSpPr>
          <p:nvPr/>
        </p:nvSpPr>
        <p:spPr>
          <a:xfrm xmlns:a="http://schemas.openxmlformats.org/drawingml/2006/main">
            <a:off x="609600" y="60960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D6D82"/>
                </a:solidFill>
                <a:latin typeface="Arial"/>
                <a:ea typeface="Arial"/>
                <a:cs typeface="Arial"/>
              </a:defRPr>
            </a:defPPr>
            <a:lvl1pPr>
              <a:defRPr sz="1650" b="0">
                <a:solidFill>
                  <a:srgbClr val="5D6D82"/>
                </a:solidFill>
                <a:latin typeface="Arial"/>
                <a:ea typeface="Arial"/>
                <a:cs typeface="Arial"/>
              </a:defRPr>
            </a:lvl1pPr>
            <a:lvl2pPr>
              <a:defRPr sz="1650" b="0">
                <a:solidFill>
                  <a:srgbClr val="5D6D82"/>
                </a:solidFill>
                <a:latin typeface="Arial"/>
                <a:ea typeface="Arial"/>
                <a:cs typeface="Arial"/>
              </a:defRPr>
            </a:lvl2pPr>
            <a:lvl3pPr>
              <a:defRPr sz="1650" b="0">
                <a:solidFill>
                  <a:srgbClr val="5D6D82"/>
                </a:solidFill>
                <a:latin typeface="Arial"/>
                <a:ea typeface="Arial"/>
                <a:cs typeface="Arial"/>
              </a:defRPr>
            </a:lvl3pPr>
            <a:lvl4pPr>
              <a:defRPr sz="1650" b="0">
                <a:solidFill>
                  <a:srgbClr val="5D6D82"/>
                </a:solidFill>
                <a:latin typeface="Arial"/>
                <a:ea typeface="Arial"/>
                <a:cs typeface="Arial"/>
              </a:defRPr>
            </a:lvl4pPr>
            <a:lvl5pPr>
              <a:defRPr sz="1650" b="0">
                <a:solidFill>
                  <a:srgbClr val="5D6D82"/>
                </a:solidFill>
                <a:latin typeface="Arial"/>
                <a:ea typeface="Arial"/>
                <a:cs typeface="Arial"/>
              </a:defRPr>
            </a:lvl5pPr>
            <a:lvl6pPr>
              <a:defRPr sz="1650" b="0">
                <a:solidFill>
                  <a:srgbClr val="5D6D82"/>
                </a:solidFill>
                <a:latin typeface="Arial"/>
                <a:ea typeface="Arial"/>
                <a:cs typeface="Arial"/>
              </a:defRPr>
            </a:lvl6pPr>
            <a:lvl7pPr>
              <a:defRPr sz="1650" b="0">
                <a:solidFill>
                  <a:srgbClr val="5D6D82"/>
                </a:solidFill>
                <a:latin typeface="Arial"/>
                <a:ea typeface="Arial"/>
                <a:cs typeface="Arial"/>
              </a:defRPr>
            </a:lvl7pPr>
            <a:lvl8pPr>
              <a:defRPr sz="1650" b="0">
                <a:solidFill>
                  <a:srgbClr val="5D6D82"/>
                </a:solidFill>
                <a:latin typeface="Arial"/>
                <a:ea typeface="Arial"/>
                <a:cs typeface="Arial"/>
              </a:defRPr>
            </a:lvl8pPr>
            <a:lvl9pPr>
              <a:defRPr sz="1650" b="0">
                <a:solidFill>
                  <a:srgbClr val="5D6D82"/>
                </a:solidFill>
                <a:latin typeface="Arial"/>
                <a:ea typeface="Arial"/>
                <a:cs typeface="Arial"/>
              </a:defRPr>
            </a:lvl9pPr>
          </a:lstStyle>
          <a:p xmlns:a="http://schemas.openxmlformats.org/drawingml/2006/main">
            <a:pPr>
              <a:defRPr sz="1650" b="0">
                <a:solidFill>
                  <a:srgbClr val="5D6D82"/>
                </a:solidFill>
                <a:latin typeface="Arial"/>
                <a:ea typeface="Arial"/>
                <a:cs typeface="Arial"/>
              </a:defRPr>
            </a:pPr>
            <a:r>
              <a:rPr sz="1650" b="0">
                <a:solidFill>
                  <a:srgbClr val="5D6D82"/>
                </a:solidFill>
                <a:latin typeface="Arial"/>
                <a:ea typeface="Arial"/>
                <a:cs typeface="Arial"/>
              </a:rPr>
              <a:t>Executed case PG103. Original invoice unchanged. Human review required.</a:t>
            </a:r>
          </a:p>
        </p:txBody>
      </p:sp>
    </p:spTree>
    <p:extLst>
      <p:ext uri="{BB962C8B-B14F-4D97-AF65-F5344CB8AC3E}">
        <p14:creationId xmlns:p14="http://schemas.microsoft.com/office/powerpoint/2010/main" val="1453303878"/>
      </p:ext>
    </p:extLst>
  </p:cSld>
</p:sld>
</file>

<file path=ppt/slides/slide6.xml><?xml version="1.0" encoding="utf-8"?>
<p:sld xmlns:p="http://schemas.openxmlformats.org/presentationml/2006/main">
  <p:cSld>
    <p:bg>
      <p:bgPr>
        <a:solidFill xmlns:a="http://schemas.openxmlformats.org/drawingml/2006/main">
          <a:srgbClr val="101E33"/>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D7C5AD7C-2601-4BA7-A45F-9AA76C40C706}"/>
              </a:ext>
            </a:extLst>
          </p:cNvPr>
          <p:cNvSpPr>
            <a:spLocks xmlns:a="http://schemas.openxmlformats.org/drawingml/2006/main" noGrp="1"/>
          </p:cNvSpPr>
          <p:nvPr/>
        </p:nvSpPr>
        <p:spPr>
          <a:xfrm xmlns:a="http://schemas.openxmlformats.org/drawingml/2006/main">
            <a:off x="609600" y="552450"/>
            <a:ext cx="10858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The system also knows when to stop.</a:t>
            </a:r>
          </a:p>
        </p:txBody>
      </p:sp>
      <p:sp>
        <p:nvSpPr>
          <p:cNvPr id="2" name="text">
            <a:extLst xmlns:a="http://schemas.openxmlformats.org/drawingml/2006/main">
              <a:ext uri="{FF2B5EF4-FFF2-40B4-BE49-F238E27FC236}">
                <a16:creationId xmlns:a16="http://schemas.microsoft.com/office/drawing/2014/main" id="{D2217E56-525C-4B5F-92FB-223B1B14354A}"/>
              </a:ext>
            </a:extLst>
          </p:cNvPr>
          <p:cNvSpPr>
            <a:spLocks xmlns:a="http://schemas.openxmlformats.org/drawingml/2006/main" noGrp="1"/>
          </p:cNvSpPr>
          <p:nvPr/>
        </p:nvSpPr>
        <p:spPr>
          <a:xfrm xmlns:a="http://schemas.openxmlformats.org/drawingml/2006/main">
            <a:off x="11049000"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ED7C"/>
                </a:solidFill>
                <a:latin typeface="Arial"/>
                <a:ea typeface="Arial"/>
                <a:cs typeface="Arial"/>
              </a:defRPr>
            </a:defPPr>
            <a:lvl1pPr>
              <a:defRPr sz="1200" b="0">
                <a:solidFill>
                  <a:srgbClr val="C3ED7C"/>
                </a:solidFill>
                <a:latin typeface="Arial"/>
                <a:ea typeface="Arial"/>
                <a:cs typeface="Arial"/>
              </a:defRPr>
            </a:lvl1pPr>
            <a:lvl2pPr>
              <a:defRPr sz="1200" b="0">
                <a:solidFill>
                  <a:srgbClr val="C3ED7C"/>
                </a:solidFill>
                <a:latin typeface="Arial"/>
                <a:ea typeface="Arial"/>
                <a:cs typeface="Arial"/>
              </a:defRPr>
            </a:lvl2pPr>
            <a:lvl3pPr>
              <a:defRPr sz="1200" b="0">
                <a:solidFill>
                  <a:srgbClr val="C3ED7C"/>
                </a:solidFill>
                <a:latin typeface="Arial"/>
                <a:ea typeface="Arial"/>
                <a:cs typeface="Arial"/>
              </a:defRPr>
            </a:lvl3pPr>
            <a:lvl4pPr>
              <a:defRPr sz="1200" b="0">
                <a:solidFill>
                  <a:srgbClr val="C3ED7C"/>
                </a:solidFill>
                <a:latin typeface="Arial"/>
                <a:ea typeface="Arial"/>
                <a:cs typeface="Arial"/>
              </a:defRPr>
            </a:lvl4pPr>
            <a:lvl5pPr>
              <a:defRPr sz="1200" b="0">
                <a:solidFill>
                  <a:srgbClr val="C3ED7C"/>
                </a:solidFill>
                <a:latin typeface="Arial"/>
                <a:ea typeface="Arial"/>
                <a:cs typeface="Arial"/>
              </a:defRPr>
            </a:lvl5pPr>
            <a:lvl6pPr>
              <a:defRPr sz="1200" b="0">
                <a:solidFill>
                  <a:srgbClr val="C3ED7C"/>
                </a:solidFill>
                <a:latin typeface="Arial"/>
                <a:ea typeface="Arial"/>
                <a:cs typeface="Arial"/>
              </a:defRPr>
            </a:lvl6pPr>
            <a:lvl7pPr>
              <a:defRPr sz="1200" b="0">
                <a:solidFill>
                  <a:srgbClr val="C3ED7C"/>
                </a:solidFill>
                <a:latin typeface="Arial"/>
                <a:ea typeface="Arial"/>
                <a:cs typeface="Arial"/>
              </a:defRPr>
            </a:lvl7pPr>
            <a:lvl8pPr>
              <a:defRPr sz="1200" b="0">
                <a:solidFill>
                  <a:srgbClr val="C3ED7C"/>
                </a:solidFill>
                <a:latin typeface="Arial"/>
                <a:ea typeface="Arial"/>
                <a:cs typeface="Arial"/>
              </a:defRPr>
            </a:lvl8pPr>
            <a:lvl9pPr>
              <a:defRPr sz="1200" b="0">
                <a:solidFill>
                  <a:srgbClr val="C3ED7C"/>
                </a:solidFill>
                <a:latin typeface="Arial"/>
                <a:ea typeface="Arial"/>
                <a:cs typeface="Arial"/>
              </a:defRPr>
            </a:lvl9pPr>
          </a:lstStyle>
          <a:p xmlns:a="http://schemas.openxmlformats.org/drawingml/2006/main">
            <a:pPr>
              <a:defRPr sz="1200" b="0">
                <a:solidFill>
                  <a:srgbClr val="C3ED7C"/>
                </a:solidFill>
                <a:latin typeface="Arial"/>
                <a:ea typeface="Arial"/>
                <a:cs typeface="Arial"/>
              </a:defRPr>
            </a:pPr>
            <a:r>
              <a:rPr sz="1200" b="0">
                <a:solidFill>
                  <a:srgbClr val="C3ED7C"/>
                </a:solidFill>
                <a:latin typeface="Arial"/>
                <a:ea typeface="Arial"/>
                <a:cs typeface="Arial"/>
              </a:rPr>
              <a:t>06</a:t>
            </a:r>
          </a:p>
        </p:txBody>
      </p:sp>
      <p:sp>
        <p:nvSpPr>
          <p:cNvPr id="3" name="text">
            <a:extLst xmlns:a="http://schemas.openxmlformats.org/drawingml/2006/main">
              <a:ext uri="{FF2B5EF4-FFF2-40B4-BE49-F238E27FC236}">
                <a16:creationId xmlns:a16="http://schemas.microsoft.com/office/drawing/2014/main" id="{80A4E507-15A5-4718-AF83-073B14245A6D}"/>
              </a:ext>
            </a:extLst>
          </p:cNvPr>
          <p:cNvSpPr>
            <a:spLocks xmlns:a="http://schemas.openxmlformats.org/drawingml/2006/main" noGrp="1"/>
          </p:cNvSpPr>
          <p:nvPr/>
        </p:nvSpPr>
        <p:spPr>
          <a:xfrm xmlns:a="http://schemas.openxmlformats.org/drawingml/2006/main">
            <a:off x="609600" y="1952625"/>
            <a:ext cx="123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550" b="1">
                <a:solidFill>
                  <a:srgbClr val="C3ED7C"/>
                </a:solidFill>
                <a:latin typeface="Arial"/>
                <a:ea typeface="Arial"/>
                <a:cs typeface="Arial"/>
              </a:defRPr>
            </a:defPPr>
            <a:lvl1pPr>
              <a:defRPr sz="5550" b="1">
                <a:solidFill>
                  <a:srgbClr val="C3ED7C"/>
                </a:solidFill>
                <a:latin typeface="Arial"/>
                <a:ea typeface="Arial"/>
                <a:cs typeface="Arial"/>
              </a:defRPr>
            </a:lvl1pPr>
            <a:lvl2pPr>
              <a:defRPr sz="5550" b="1">
                <a:solidFill>
                  <a:srgbClr val="C3ED7C"/>
                </a:solidFill>
                <a:latin typeface="Arial"/>
                <a:ea typeface="Arial"/>
                <a:cs typeface="Arial"/>
              </a:defRPr>
            </a:lvl2pPr>
            <a:lvl3pPr>
              <a:defRPr sz="5550" b="1">
                <a:solidFill>
                  <a:srgbClr val="C3ED7C"/>
                </a:solidFill>
                <a:latin typeface="Arial"/>
                <a:ea typeface="Arial"/>
                <a:cs typeface="Arial"/>
              </a:defRPr>
            </a:lvl3pPr>
            <a:lvl4pPr>
              <a:defRPr sz="5550" b="1">
                <a:solidFill>
                  <a:srgbClr val="C3ED7C"/>
                </a:solidFill>
                <a:latin typeface="Arial"/>
                <a:ea typeface="Arial"/>
                <a:cs typeface="Arial"/>
              </a:defRPr>
            </a:lvl4pPr>
            <a:lvl5pPr>
              <a:defRPr sz="5550" b="1">
                <a:solidFill>
                  <a:srgbClr val="C3ED7C"/>
                </a:solidFill>
                <a:latin typeface="Arial"/>
                <a:ea typeface="Arial"/>
                <a:cs typeface="Arial"/>
              </a:defRPr>
            </a:lvl5pPr>
            <a:lvl6pPr>
              <a:defRPr sz="5550" b="1">
                <a:solidFill>
                  <a:srgbClr val="C3ED7C"/>
                </a:solidFill>
                <a:latin typeface="Arial"/>
                <a:ea typeface="Arial"/>
                <a:cs typeface="Arial"/>
              </a:defRPr>
            </a:lvl6pPr>
            <a:lvl7pPr>
              <a:defRPr sz="5550" b="1">
                <a:solidFill>
                  <a:srgbClr val="C3ED7C"/>
                </a:solidFill>
                <a:latin typeface="Arial"/>
                <a:ea typeface="Arial"/>
                <a:cs typeface="Arial"/>
              </a:defRPr>
            </a:lvl7pPr>
            <a:lvl8pPr>
              <a:defRPr sz="5550" b="1">
                <a:solidFill>
                  <a:srgbClr val="C3ED7C"/>
                </a:solidFill>
                <a:latin typeface="Arial"/>
                <a:ea typeface="Arial"/>
                <a:cs typeface="Arial"/>
              </a:defRPr>
            </a:lvl8pPr>
            <a:lvl9pPr>
              <a:defRPr sz="5550" b="1">
                <a:solidFill>
                  <a:srgbClr val="C3ED7C"/>
                </a:solidFill>
                <a:latin typeface="Arial"/>
                <a:ea typeface="Arial"/>
                <a:cs typeface="Arial"/>
              </a:defRPr>
            </a:lvl9pPr>
          </a:lstStyle>
          <a:p xmlns:a="http://schemas.openxmlformats.org/drawingml/2006/main">
            <a:pPr>
              <a:defRPr sz="5550" b="1">
                <a:solidFill>
                  <a:srgbClr val="C3ED7C"/>
                </a:solidFill>
                <a:latin typeface="Arial"/>
                <a:ea typeface="Arial"/>
                <a:cs typeface="Arial"/>
              </a:defRPr>
            </a:pPr>
            <a:r>
              <a:rPr sz="5550" b="1">
                <a:solidFill>
                  <a:srgbClr val="C3ED7C"/>
                </a:solidFill>
                <a:latin typeface="Arial"/>
                <a:ea typeface="Arial"/>
                <a:cs typeface="Arial"/>
              </a:rPr>
              <a:t>01</a:t>
            </a:r>
          </a:p>
        </p:txBody>
      </p:sp>
      <p:sp>
        <p:nvSpPr>
          <p:cNvPr id="4" name="text">
            <a:extLst xmlns:a="http://schemas.openxmlformats.org/drawingml/2006/main">
              <a:ext uri="{FF2B5EF4-FFF2-40B4-BE49-F238E27FC236}">
                <a16:creationId xmlns:a16="http://schemas.microsoft.com/office/drawing/2014/main" id="{665C56D0-E5D2-4CE3-9AF3-64EB35107B58}"/>
              </a:ext>
            </a:extLst>
          </p:cNvPr>
          <p:cNvSpPr>
            <a:spLocks xmlns:a="http://schemas.openxmlformats.org/drawingml/2006/main" noGrp="1"/>
          </p:cNvSpPr>
          <p:nvPr/>
        </p:nvSpPr>
        <p:spPr>
          <a:xfrm xmlns:a="http://schemas.openxmlformats.org/drawingml/2006/main">
            <a:off x="609600" y="31146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FFFFF"/>
                </a:solidFill>
                <a:latin typeface="Arial"/>
                <a:ea typeface="Arial"/>
                <a:cs typeface="Arial"/>
              </a:defRPr>
            </a:defPPr>
            <a:lvl1pPr>
              <a:defRPr sz="2400" b="1">
                <a:solidFill>
                  <a:srgbClr val="FFFFFF"/>
                </a:solidFill>
                <a:latin typeface="Arial"/>
                <a:ea typeface="Arial"/>
                <a:cs typeface="Arial"/>
              </a:defRPr>
            </a:lvl1pPr>
            <a:lvl2pPr>
              <a:defRPr sz="2400" b="1">
                <a:solidFill>
                  <a:srgbClr val="FFFFFF"/>
                </a:solidFill>
                <a:latin typeface="Arial"/>
                <a:ea typeface="Arial"/>
                <a:cs typeface="Arial"/>
              </a:defRPr>
            </a:lvl2pPr>
            <a:lvl3pPr>
              <a:defRPr sz="2400" b="1">
                <a:solidFill>
                  <a:srgbClr val="FFFFFF"/>
                </a:solidFill>
                <a:latin typeface="Arial"/>
                <a:ea typeface="Arial"/>
                <a:cs typeface="Arial"/>
              </a:defRPr>
            </a:lvl3pPr>
            <a:lvl4pPr>
              <a:defRPr sz="2400" b="1">
                <a:solidFill>
                  <a:srgbClr val="FFFFFF"/>
                </a:solidFill>
                <a:latin typeface="Arial"/>
                <a:ea typeface="Arial"/>
                <a:cs typeface="Arial"/>
              </a:defRPr>
            </a:lvl4pPr>
            <a:lvl5pPr>
              <a:defRPr sz="2400" b="1">
                <a:solidFill>
                  <a:srgbClr val="FFFFFF"/>
                </a:solidFill>
                <a:latin typeface="Arial"/>
                <a:ea typeface="Arial"/>
                <a:cs typeface="Arial"/>
              </a:defRPr>
            </a:lvl5pPr>
            <a:lvl6pPr>
              <a:defRPr sz="2400" b="1">
                <a:solidFill>
                  <a:srgbClr val="FFFFFF"/>
                </a:solidFill>
                <a:latin typeface="Arial"/>
                <a:ea typeface="Arial"/>
                <a:cs typeface="Arial"/>
              </a:defRPr>
            </a:lvl6pPr>
            <a:lvl7pPr>
              <a:defRPr sz="2400" b="1">
                <a:solidFill>
                  <a:srgbClr val="FFFFFF"/>
                </a:solidFill>
                <a:latin typeface="Arial"/>
                <a:ea typeface="Arial"/>
                <a:cs typeface="Arial"/>
              </a:defRPr>
            </a:lvl7pPr>
            <a:lvl8pPr>
              <a:defRPr sz="2400" b="1">
                <a:solidFill>
                  <a:srgbClr val="FFFFFF"/>
                </a:solidFill>
                <a:latin typeface="Arial"/>
                <a:ea typeface="Arial"/>
                <a:cs typeface="Arial"/>
              </a:defRPr>
            </a:lvl8pPr>
            <a:lvl9pPr>
              <a:defRPr sz="2400" b="1">
                <a:solidFill>
                  <a:srgbClr val="FFFFFF"/>
                </a:solidFill>
                <a:latin typeface="Arial"/>
                <a:ea typeface="Arial"/>
                <a:cs typeface="Arial"/>
              </a:defRPr>
            </a:lvl9pPr>
          </a:lstStyle>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Lifecycle-aware capacity</a:t>
            </a:r>
          </a:p>
        </p:txBody>
      </p:sp>
      <p:sp>
        <p:nvSpPr>
          <p:cNvPr id="5" name="text">
            <a:extLst xmlns:a="http://schemas.openxmlformats.org/drawingml/2006/main">
              <a:ext uri="{FF2B5EF4-FFF2-40B4-BE49-F238E27FC236}">
                <a16:creationId xmlns:a16="http://schemas.microsoft.com/office/drawing/2014/main" id="{0A4271F2-A0F7-4E64-BBC9-70CAB2A9851A}"/>
              </a:ext>
            </a:extLst>
          </p:cNvPr>
          <p:cNvSpPr>
            <a:spLocks xmlns:a="http://schemas.openxmlformats.org/drawingml/2006/main" noGrp="1"/>
          </p:cNvSpPr>
          <p:nvPr/>
        </p:nvSpPr>
        <p:spPr>
          <a:xfrm xmlns:a="http://schemas.openxmlformats.org/drawingml/2006/main">
            <a:off x="609600" y="40957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B7C7DB"/>
                </a:solidFill>
                <a:latin typeface="Arial"/>
                <a:ea typeface="Arial"/>
                <a:cs typeface="Arial"/>
              </a:defRPr>
            </a:defPPr>
            <a:lvl1pPr>
              <a:defRPr sz="1950" b="0">
                <a:solidFill>
                  <a:srgbClr val="B7C7DB"/>
                </a:solidFill>
                <a:latin typeface="Arial"/>
                <a:ea typeface="Arial"/>
                <a:cs typeface="Arial"/>
              </a:defRPr>
            </a:lvl1pPr>
            <a:lvl2pPr>
              <a:defRPr sz="1950" b="0">
                <a:solidFill>
                  <a:srgbClr val="B7C7DB"/>
                </a:solidFill>
                <a:latin typeface="Arial"/>
                <a:ea typeface="Arial"/>
                <a:cs typeface="Arial"/>
              </a:defRPr>
            </a:lvl2pPr>
            <a:lvl3pPr>
              <a:defRPr sz="1950" b="0">
                <a:solidFill>
                  <a:srgbClr val="B7C7DB"/>
                </a:solidFill>
                <a:latin typeface="Arial"/>
                <a:ea typeface="Arial"/>
                <a:cs typeface="Arial"/>
              </a:defRPr>
            </a:lvl3pPr>
            <a:lvl4pPr>
              <a:defRPr sz="1950" b="0">
                <a:solidFill>
                  <a:srgbClr val="B7C7DB"/>
                </a:solidFill>
                <a:latin typeface="Arial"/>
                <a:ea typeface="Arial"/>
                <a:cs typeface="Arial"/>
              </a:defRPr>
            </a:lvl4pPr>
            <a:lvl5pPr>
              <a:defRPr sz="1950" b="0">
                <a:solidFill>
                  <a:srgbClr val="B7C7DB"/>
                </a:solidFill>
                <a:latin typeface="Arial"/>
                <a:ea typeface="Arial"/>
                <a:cs typeface="Arial"/>
              </a:defRPr>
            </a:lvl5pPr>
            <a:lvl6pPr>
              <a:defRPr sz="1950" b="0">
                <a:solidFill>
                  <a:srgbClr val="B7C7DB"/>
                </a:solidFill>
                <a:latin typeface="Arial"/>
                <a:ea typeface="Arial"/>
                <a:cs typeface="Arial"/>
              </a:defRPr>
            </a:lvl6pPr>
            <a:lvl7pPr>
              <a:defRPr sz="1950" b="0">
                <a:solidFill>
                  <a:srgbClr val="B7C7DB"/>
                </a:solidFill>
                <a:latin typeface="Arial"/>
                <a:ea typeface="Arial"/>
                <a:cs typeface="Arial"/>
              </a:defRPr>
            </a:lvl7pPr>
            <a:lvl8pPr>
              <a:defRPr sz="1950" b="0">
                <a:solidFill>
                  <a:srgbClr val="B7C7DB"/>
                </a:solidFill>
                <a:latin typeface="Arial"/>
                <a:ea typeface="Arial"/>
                <a:cs typeface="Arial"/>
              </a:defRPr>
            </a:lvl8pPr>
            <a:lvl9pPr>
              <a:defRPr sz="1950" b="0">
                <a:solidFill>
                  <a:srgbClr val="B7C7DB"/>
                </a:solidFill>
                <a:latin typeface="Arial"/>
                <a:ea typeface="Arial"/>
                <a:cs typeface="Arial"/>
              </a:defRPr>
            </a:lvl9pPr>
          </a:lstStyle>
          <a:p xmlns:a="http://schemas.openxmlformats.org/drawingml/2006/main">
            <a:pPr>
              <a:defRPr sz="1950" b="0">
                <a:solidFill>
                  <a:srgbClr val="B7C7DB"/>
                </a:solidFill>
                <a:latin typeface="Arial"/>
                <a:ea typeface="Arial"/>
                <a:cs typeface="Arial"/>
              </a:defRPr>
            </a:pPr>
            <a:r>
              <a:rPr sz="1950" b="0">
                <a:solidFill>
                  <a:srgbClr val="B7C7DB"/>
                </a:solidFill>
                <a:latin typeface="Arial"/>
                <a:ea typeface="Arial"/>
                <a:cs typeface="Arial"/>
              </a:rPr>
              <a:t>Inactive copies excluded</a:t>
            </a:r>
          </a:p>
        </p:txBody>
      </p:sp>
      <p:sp>
        <p:nvSpPr>
          <p:cNvPr id="6" name="">
            <a:extLst xmlns:a="http://schemas.openxmlformats.org/drawingml/2006/main">
              <a:ext uri="{FF2B5EF4-FFF2-40B4-BE49-F238E27FC236}">
                <a16:creationId xmlns:a16="http://schemas.microsoft.com/office/drawing/2014/main" id="{1FF110AB-F6B7-45B5-98BC-6B3EA7C44ACA}"/>
              </a:ext>
            </a:extLst>
          </p:cNvPr>
          <p:cNvSpPr>
            <a:spLocks xmlns:a="http://schemas.openxmlformats.org/drawingml/2006/main" noGrp="1"/>
          </p:cNvSpPr>
          <p:nvPr/>
        </p:nvSpPr>
        <p:spPr>
          <a:xfrm xmlns:a="http://schemas.openxmlformats.org/drawingml/2006/main">
            <a:off x="609600" y="5124450"/>
            <a:ext cx="3143250" cy="14288"/>
          </a:xfrm>
          <a:prstGeom xmlns:a="http://schemas.openxmlformats.org/drawingml/2006/main" prst="rect">
            <a:avLst/>
          </a:prstGeom>
          <a:solidFill xmlns:a="http://schemas.openxmlformats.org/drawingml/2006/main">
            <a:srgbClr val="41566F"/>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4D2FB98D-892F-4458-9BF2-CCF7C0A93283}"/>
              </a:ext>
            </a:extLst>
          </p:cNvPr>
          <p:cNvSpPr>
            <a:spLocks xmlns:a="http://schemas.openxmlformats.org/drawingml/2006/main" noGrp="1"/>
          </p:cNvSpPr>
          <p:nvPr/>
        </p:nvSpPr>
        <p:spPr>
          <a:xfrm xmlns:a="http://schemas.openxmlformats.org/drawingml/2006/main">
            <a:off x="609600" y="53816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ED8C77"/>
                </a:solidFill>
                <a:latin typeface="Arial"/>
                <a:ea typeface="Arial"/>
                <a:cs typeface="Arial"/>
              </a:defRPr>
            </a:defPPr>
            <a:lvl1pPr>
              <a:defRPr sz="1575" b="1">
                <a:solidFill>
                  <a:srgbClr val="ED8C77"/>
                </a:solidFill>
                <a:latin typeface="Arial"/>
                <a:ea typeface="Arial"/>
                <a:cs typeface="Arial"/>
              </a:defRPr>
            </a:lvl1pPr>
            <a:lvl2pPr>
              <a:defRPr sz="1575" b="1">
                <a:solidFill>
                  <a:srgbClr val="ED8C77"/>
                </a:solidFill>
                <a:latin typeface="Arial"/>
                <a:ea typeface="Arial"/>
                <a:cs typeface="Arial"/>
              </a:defRPr>
            </a:lvl2pPr>
            <a:lvl3pPr>
              <a:defRPr sz="1575" b="1">
                <a:solidFill>
                  <a:srgbClr val="ED8C77"/>
                </a:solidFill>
                <a:latin typeface="Arial"/>
                <a:ea typeface="Arial"/>
                <a:cs typeface="Arial"/>
              </a:defRPr>
            </a:lvl3pPr>
            <a:lvl4pPr>
              <a:defRPr sz="1575" b="1">
                <a:solidFill>
                  <a:srgbClr val="ED8C77"/>
                </a:solidFill>
                <a:latin typeface="Arial"/>
                <a:ea typeface="Arial"/>
                <a:cs typeface="Arial"/>
              </a:defRPr>
            </a:lvl4pPr>
            <a:lvl5pPr>
              <a:defRPr sz="1575" b="1">
                <a:solidFill>
                  <a:srgbClr val="ED8C77"/>
                </a:solidFill>
                <a:latin typeface="Arial"/>
                <a:ea typeface="Arial"/>
                <a:cs typeface="Arial"/>
              </a:defRPr>
            </a:lvl5pPr>
            <a:lvl6pPr>
              <a:defRPr sz="1575" b="1">
                <a:solidFill>
                  <a:srgbClr val="ED8C77"/>
                </a:solidFill>
                <a:latin typeface="Arial"/>
                <a:ea typeface="Arial"/>
                <a:cs typeface="Arial"/>
              </a:defRPr>
            </a:lvl6pPr>
            <a:lvl7pPr>
              <a:defRPr sz="1575" b="1">
                <a:solidFill>
                  <a:srgbClr val="ED8C77"/>
                </a:solidFill>
                <a:latin typeface="Arial"/>
                <a:ea typeface="Arial"/>
                <a:cs typeface="Arial"/>
              </a:defRPr>
            </a:lvl7pPr>
            <a:lvl8pPr>
              <a:defRPr sz="1575" b="1">
                <a:solidFill>
                  <a:srgbClr val="ED8C77"/>
                </a:solidFill>
                <a:latin typeface="Arial"/>
                <a:ea typeface="Arial"/>
                <a:cs typeface="Arial"/>
              </a:defRPr>
            </a:lvl8pPr>
            <a:lvl9pPr>
              <a:defRPr sz="1575" b="1">
                <a:solidFill>
                  <a:srgbClr val="ED8C77"/>
                </a:solidFill>
                <a:latin typeface="Arial"/>
                <a:ea typeface="Arial"/>
                <a:cs typeface="Arial"/>
              </a:defRPr>
            </a:lvl9pPr>
          </a:lstStyle>
          <a:p xmlns:a="http://schemas.openxmlformats.org/drawingml/2006/main">
            <a:pPr>
              <a:defRPr sz="1575" b="1">
                <a:solidFill>
                  <a:srgbClr val="ED8C77"/>
                </a:solidFill>
                <a:latin typeface="Arial"/>
                <a:ea typeface="Arial"/>
                <a:cs typeface="Arial"/>
              </a:defRPr>
            </a:pPr>
            <a:r>
              <a:rPr sz="1575" b="1">
                <a:solidFill>
                  <a:srgbClr val="ED8C77"/>
                </a:solidFill>
                <a:latin typeface="Arial"/>
                <a:ea typeface="Arial"/>
                <a:cs typeface="Arial"/>
              </a:rPr>
              <a:t>REVALIDATE AFTER REVIEW</a:t>
            </a:r>
          </a:p>
        </p:txBody>
      </p:sp>
      <p:sp>
        <p:nvSpPr>
          <p:cNvPr id="8" name="text">
            <a:extLst xmlns:a="http://schemas.openxmlformats.org/drawingml/2006/main">
              <a:ext uri="{FF2B5EF4-FFF2-40B4-BE49-F238E27FC236}">
                <a16:creationId xmlns:a16="http://schemas.microsoft.com/office/drawing/2014/main" id="{10FFDFDA-8EC9-41AA-ABA0-FBA2E932B260}"/>
              </a:ext>
            </a:extLst>
          </p:cNvPr>
          <p:cNvSpPr>
            <a:spLocks xmlns:a="http://schemas.openxmlformats.org/drawingml/2006/main" noGrp="1"/>
          </p:cNvSpPr>
          <p:nvPr/>
        </p:nvSpPr>
        <p:spPr>
          <a:xfrm xmlns:a="http://schemas.openxmlformats.org/drawingml/2006/main">
            <a:off x="4362450" y="1952625"/>
            <a:ext cx="123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550" b="1">
                <a:solidFill>
                  <a:srgbClr val="C3ED7C"/>
                </a:solidFill>
                <a:latin typeface="Arial"/>
                <a:ea typeface="Arial"/>
                <a:cs typeface="Arial"/>
              </a:defRPr>
            </a:defPPr>
            <a:lvl1pPr>
              <a:defRPr sz="5550" b="1">
                <a:solidFill>
                  <a:srgbClr val="C3ED7C"/>
                </a:solidFill>
                <a:latin typeface="Arial"/>
                <a:ea typeface="Arial"/>
                <a:cs typeface="Arial"/>
              </a:defRPr>
            </a:lvl1pPr>
            <a:lvl2pPr>
              <a:defRPr sz="5550" b="1">
                <a:solidFill>
                  <a:srgbClr val="C3ED7C"/>
                </a:solidFill>
                <a:latin typeface="Arial"/>
                <a:ea typeface="Arial"/>
                <a:cs typeface="Arial"/>
              </a:defRPr>
            </a:lvl2pPr>
            <a:lvl3pPr>
              <a:defRPr sz="5550" b="1">
                <a:solidFill>
                  <a:srgbClr val="C3ED7C"/>
                </a:solidFill>
                <a:latin typeface="Arial"/>
                <a:ea typeface="Arial"/>
                <a:cs typeface="Arial"/>
              </a:defRPr>
            </a:lvl3pPr>
            <a:lvl4pPr>
              <a:defRPr sz="5550" b="1">
                <a:solidFill>
                  <a:srgbClr val="C3ED7C"/>
                </a:solidFill>
                <a:latin typeface="Arial"/>
                <a:ea typeface="Arial"/>
                <a:cs typeface="Arial"/>
              </a:defRPr>
            </a:lvl4pPr>
            <a:lvl5pPr>
              <a:defRPr sz="5550" b="1">
                <a:solidFill>
                  <a:srgbClr val="C3ED7C"/>
                </a:solidFill>
                <a:latin typeface="Arial"/>
                <a:ea typeface="Arial"/>
                <a:cs typeface="Arial"/>
              </a:defRPr>
            </a:lvl5pPr>
            <a:lvl6pPr>
              <a:defRPr sz="5550" b="1">
                <a:solidFill>
                  <a:srgbClr val="C3ED7C"/>
                </a:solidFill>
                <a:latin typeface="Arial"/>
                <a:ea typeface="Arial"/>
                <a:cs typeface="Arial"/>
              </a:defRPr>
            </a:lvl6pPr>
            <a:lvl7pPr>
              <a:defRPr sz="5550" b="1">
                <a:solidFill>
                  <a:srgbClr val="C3ED7C"/>
                </a:solidFill>
                <a:latin typeface="Arial"/>
                <a:ea typeface="Arial"/>
                <a:cs typeface="Arial"/>
              </a:defRPr>
            </a:lvl7pPr>
            <a:lvl8pPr>
              <a:defRPr sz="5550" b="1">
                <a:solidFill>
                  <a:srgbClr val="C3ED7C"/>
                </a:solidFill>
                <a:latin typeface="Arial"/>
                <a:ea typeface="Arial"/>
                <a:cs typeface="Arial"/>
              </a:defRPr>
            </a:lvl8pPr>
            <a:lvl9pPr>
              <a:defRPr sz="5550" b="1">
                <a:solidFill>
                  <a:srgbClr val="C3ED7C"/>
                </a:solidFill>
                <a:latin typeface="Arial"/>
                <a:ea typeface="Arial"/>
                <a:cs typeface="Arial"/>
              </a:defRPr>
            </a:lvl9pPr>
          </a:lstStyle>
          <a:p xmlns:a="http://schemas.openxmlformats.org/drawingml/2006/main">
            <a:pPr>
              <a:defRPr sz="5550" b="1">
                <a:solidFill>
                  <a:srgbClr val="C3ED7C"/>
                </a:solidFill>
                <a:latin typeface="Arial"/>
                <a:ea typeface="Arial"/>
                <a:cs typeface="Arial"/>
              </a:defRPr>
            </a:pPr>
            <a:r>
              <a:rPr sz="5550" b="1">
                <a:solidFill>
                  <a:srgbClr val="C3ED7C"/>
                </a:solidFill>
                <a:latin typeface="Arial"/>
                <a:ea typeface="Arial"/>
                <a:cs typeface="Arial"/>
              </a:rPr>
              <a:t>02</a:t>
            </a:r>
          </a:p>
        </p:txBody>
      </p:sp>
      <p:sp>
        <p:nvSpPr>
          <p:cNvPr id="9" name="text">
            <a:extLst xmlns:a="http://schemas.openxmlformats.org/drawingml/2006/main">
              <a:ext uri="{FF2B5EF4-FFF2-40B4-BE49-F238E27FC236}">
                <a16:creationId xmlns:a16="http://schemas.microsoft.com/office/drawing/2014/main" id="{556A20C2-A1A9-4F29-AD33-7FF87B246163}"/>
              </a:ext>
            </a:extLst>
          </p:cNvPr>
          <p:cNvSpPr>
            <a:spLocks xmlns:a="http://schemas.openxmlformats.org/drawingml/2006/main" noGrp="1"/>
          </p:cNvSpPr>
          <p:nvPr/>
        </p:nvSpPr>
        <p:spPr>
          <a:xfrm xmlns:a="http://schemas.openxmlformats.org/drawingml/2006/main">
            <a:off x="4362450" y="31146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FFFFF"/>
                </a:solidFill>
                <a:latin typeface="Arial"/>
                <a:ea typeface="Arial"/>
                <a:cs typeface="Arial"/>
              </a:defRPr>
            </a:defPPr>
            <a:lvl1pPr>
              <a:defRPr sz="2400" b="1">
                <a:solidFill>
                  <a:srgbClr val="FFFFFF"/>
                </a:solidFill>
                <a:latin typeface="Arial"/>
                <a:ea typeface="Arial"/>
                <a:cs typeface="Arial"/>
              </a:defRPr>
            </a:lvl1pPr>
            <a:lvl2pPr>
              <a:defRPr sz="2400" b="1">
                <a:solidFill>
                  <a:srgbClr val="FFFFFF"/>
                </a:solidFill>
                <a:latin typeface="Arial"/>
                <a:ea typeface="Arial"/>
                <a:cs typeface="Arial"/>
              </a:defRPr>
            </a:lvl2pPr>
            <a:lvl3pPr>
              <a:defRPr sz="2400" b="1">
                <a:solidFill>
                  <a:srgbClr val="FFFFFF"/>
                </a:solidFill>
                <a:latin typeface="Arial"/>
                <a:ea typeface="Arial"/>
                <a:cs typeface="Arial"/>
              </a:defRPr>
            </a:lvl3pPr>
            <a:lvl4pPr>
              <a:defRPr sz="2400" b="1">
                <a:solidFill>
                  <a:srgbClr val="FFFFFF"/>
                </a:solidFill>
                <a:latin typeface="Arial"/>
                <a:ea typeface="Arial"/>
                <a:cs typeface="Arial"/>
              </a:defRPr>
            </a:lvl4pPr>
            <a:lvl5pPr>
              <a:defRPr sz="2400" b="1">
                <a:solidFill>
                  <a:srgbClr val="FFFFFF"/>
                </a:solidFill>
                <a:latin typeface="Arial"/>
                <a:ea typeface="Arial"/>
                <a:cs typeface="Arial"/>
              </a:defRPr>
            </a:lvl5pPr>
            <a:lvl6pPr>
              <a:defRPr sz="2400" b="1">
                <a:solidFill>
                  <a:srgbClr val="FFFFFF"/>
                </a:solidFill>
                <a:latin typeface="Arial"/>
                <a:ea typeface="Arial"/>
                <a:cs typeface="Arial"/>
              </a:defRPr>
            </a:lvl6pPr>
            <a:lvl7pPr>
              <a:defRPr sz="2400" b="1">
                <a:solidFill>
                  <a:srgbClr val="FFFFFF"/>
                </a:solidFill>
                <a:latin typeface="Arial"/>
                <a:ea typeface="Arial"/>
                <a:cs typeface="Arial"/>
              </a:defRPr>
            </a:lvl7pPr>
            <a:lvl8pPr>
              <a:defRPr sz="2400" b="1">
                <a:solidFill>
                  <a:srgbClr val="FFFFFF"/>
                </a:solidFill>
                <a:latin typeface="Arial"/>
                <a:ea typeface="Arial"/>
                <a:cs typeface="Arial"/>
              </a:defRPr>
            </a:lvl8pPr>
            <a:lvl9pPr>
              <a:defRPr sz="2400" b="1">
                <a:solidFill>
                  <a:srgbClr val="FFFFFF"/>
                </a:solidFill>
                <a:latin typeface="Arial"/>
                <a:ea typeface="Arial"/>
                <a:cs typeface="Arial"/>
              </a:defRPr>
            </a:lvl9pPr>
          </a:lstStyle>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Changed attachment</a:t>
            </a:r>
          </a:p>
        </p:txBody>
      </p:sp>
      <p:sp>
        <p:nvSpPr>
          <p:cNvPr id="10" name="text">
            <a:extLst xmlns:a="http://schemas.openxmlformats.org/drawingml/2006/main">
              <a:ext uri="{FF2B5EF4-FFF2-40B4-BE49-F238E27FC236}">
                <a16:creationId xmlns:a16="http://schemas.microsoft.com/office/drawing/2014/main" id="{CF9EF4FF-1AB5-47FA-AC70-A1E27549AF66}"/>
              </a:ext>
            </a:extLst>
          </p:cNvPr>
          <p:cNvSpPr>
            <a:spLocks xmlns:a="http://schemas.openxmlformats.org/drawingml/2006/main" noGrp="1"/>
          </p:cNvSpPr>
          <p:nvPr/>
        </p:nvSpPr>
        <p:spPr>
          <a:xfrm xmlns:a="http://schemas.openxmlformats.org/drawingml/2006/main">
            <a:off x="4362450" y="40957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B7C7DB"/>
                </a:solidFill>
                <a:latin typeface="Arial"/>
                <a:ea typeface="Arial"/>
                <a:cs typeface="Arial"/>
              </a:defRPr>
            </a:defPPr>
            <a:lvl1pPr>
              <a:defRPr sz="1950" b="0">
                <a:solidFill>
                  <a:srgbClr val="B7C7DB"/>
                </a:solidFill>
                <a:latin typeface="Arial"/>
                <a:ea typeface="Arial"/>
                <a:cs typeface="Arial"/>
              </a:defRPr>
            </a:lvl1pPr>
            <a:lvl2pPr>
              <a:defRPr sz="1950" b="0">
                <a:solidFill>
                  <a:srgbClr val="B7C7DB"/>
                </a:solidFill>
                <a:latin typeface="Arial"/>
                <a:ea typeface="Arial"/>
                <a:cs typeface="Arial"/>
              </a:defRPr>
            </a:lvl2pPr>
            <a:lvl3pPr>
              <a:defRPr sz="1950" b="0">
                <a:solidFill>
                  <a:srgbClr val="B7C7DB"/>
                </a:solidFill>
                <a:latin typeface="Arial"/>
                <a:ea typeface="Arial"/>
                <a:cs typeface="Arial"/>
              </a:defRPr>
            </a:lvl3pPr>
            <a:lvl4pPr>
              <a:defRPr sz="1950" b="0">
                <a:solidFill>
                  <a:srgbClr val="B7C7DB"/>
                </a:solidFill>
                <a:latin typeface="Arial"/>
                <a:ea typeface="Arial"/>
                <a:cs typeface="Arial"/>
              </a:defRPr>
            </a:lvl4pPr>
            <a:lvl5pPr>
              <a:defRPr sz="1950" b="0">
                <a:solidFill>
                  <a:srgbClr val="B7C7DB"/>
                </a:solidFill>
                <a:latin typeface="Arial"/>
                <a:ea typeface="Arial"/>
                <a:cs typeface="Arial"/>
              </a:defRPr>
            </a:lvl5pPr>
            <a:lvl6pPr>
              <a:defRPr sz="1950" b="0">
                <a:solidFill>
                  <a:srgbClr val="B7C7DB"/>
                </a:solidFill>
                <a:latin typeface="Arial"/>
                <a:ea typeface="Arial"/>
                <a:cs typeface="Arial"/>
              </a:defRPr>
            </a:lvl6pPr>
            <a:lvl7pPr>
              <a:defRPr sz="1950" b="0">
                <a:solidFill>
                  <a:srgbClr val="B7C7DB"/>
                </a:solidFill>
                <a:latin typeface="Arial"/>
                <a:ea typeface="Arial"/>
                <a:cs typeface="Arial"/>
              </a:defRPr>
            </a:lvl7pPr>
            <a:lvl8pPr>
              <a:defRPr sz="1950" b="0">
                <a:solidFill>
                  <a:srgbClr val="B7C7DB"/>
                </a:solidFill>
                <a:latin typeface="Arial"/>
                <a:ea typeface="Arial"/>
                <a:cs typeface="Arial"/>
              </a:defRPr>
            </a:lvl8pPr>
            <a:lvl9pPr>
              <a:defRPr sz="1950" b="0">
                <a:solidFill>
                  <a:srgbClr val="B7C7DB"/>
                </a:solidFill>
                <a:latin typeface="Arial"/>
                <a:ea typeface="Arial"/>
                <a:cs typeface="Arial"/>
              </a:defRPr>
            </a:lvl9pPr>
          </a:lstStyle>
          <a:p xmlns:a="http://schemas.openxmlformats.org/drawingml/2006/main">
            <a:pPr>
              <a:defRPr sz="1950" b="0">
                <a:solidFill>
                  <a:srgbClr val="B7C7DB"/>
                </a:solidFill>
                <a:latin typeface="Arial"/>
                <a:ea typeface="Arial"/>
                <a:cs typeface="Arial"/>
              </a:defRPr>
            </a:pPr>
            <a:r>
              <a:rPr sz="1950" b="0">
                <a:solidFill>
                  <a:srgbClr val="B7C7DB"/>
                </a:solidFill>
                <a:latin typeface="Arial"/>
                <a:ea typeface="Arial"/>
                <a:cs typeface="Arial"/>
              </a:rPr>
              <a:t>Pinned hash does not match</a:t>
            </a:r>
          </a:p>
        </p:txBody>
      </p:sp>
      <p:sp>
        <p:nvSpPr>
          <p:cNvPr id="11" name="">
            <a:extLst xmlns:a="http://schemas.openxmlformats.org/drawingml/2006/main">
              <a:ext uri="{FF2B5EF4-FFF2-40B4-BE49-F238E27FC236}">
                <a16:creationId xmlns:a16="http://schemas.microsoft.com/office/drawing/2014/main" id="{3A260209-CCE3-4989-B9BB-424CBF068920}"/>
              </a:ext>
            </a:extLst>
          </p:cNvPr>
          <p:cNvSpPr>
            <a:spLocks xmlns:a="http://schemas.openxmlformats.org/drawingml/2006/main" noGrp="1"/>
          </p:cNvSpPr>
          <p:nvPr/>
        </p:nvSpPr>
        <p:spPr>
          <a:xfrm xmlns:a="http://schemas.openxmlformats.org/drawingml/2006/main">
            <a:off x="4362450" y="5124450"/>
            <a:ext cx="3143250" cy="14288"/>
          </a:xfrm>
          <a:prstGeom xmlns:a="http://schemas.openxmlformats.org/drawingml/2006/main" prst="rect">
            <a:avLst/>
          </a:prstGeom>
          <a:solidFill xmlns:a="http://schemas.openxmlformats.org/drawingml/2006/main">
            <a:srgbClr val="41566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FE59A53-BEA0-464E-B070-4B8BB2022B68}"/>
              </a:ext>
            </a:extLst>
          </p:cNvPr>
          <p:cNvSpPr>
            <a:spLocks xmlns:a="http://schemas.openxmlformats.org/drawingml/2006/main" noGrp="1"/>
          </p:cNvSpPr>
          <p:nvPr/>
        </p:nvSpPr>
        <p:spPr>
          <a:xfrm xmlns:a="http://schemas.openxmlformats.org/drawingml/2006/main">
            <a:off x="4362450" y="53816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ED8C77"/>
                </a:solidFill>
                <a:latin typeface="Arial"/>
                <a:ea typeface="Arial"/>
                <a:cs typeface="Arial"/>
              </a:defRPr>
            </a:defPPr>
            <a:lvl1pPr>
              <a:defRPr sz="1575" b="1">
                <a:solidFill>
                  <a:srgbClr val="ED8C77"/>
                </a:solidFill>
                <a:latin typeface="Arial"/>
                <a:ea typeface="Arial"/>
                <a:cs typeface="Arial"/>
              </a:defRPr>
            </a:lvl1pPr>
            <a:lvl2pPr>
              <a:defRPr sz="1575" b="1">
                <a:solidFill>
                  <a:srgbClr val="ED8C77"/>
                </a:solidFill>
                <a:latin typeface="Arial"/>
                <a:ea typeface="Arial"/>
                <a:cs typeface="Arial"/>
              </a:defRPr>
            </a:lvl2pPr>
            <a:lvl3pPr>
              <a:defRPr sz="1575" b="1">
                <a:solidFill>
                  <a:srgbClr val="ED8C77"/>
                </a:solidFill>
                <a:latin typeface="Arial"/>
                <a:ea typeface="Arial"/>
                <a:cs typeface="Arial"/>
              </a:defRPr>
            </a:lvl3pPr>
            <a:lvl4pPr>
              <a:defRPr sz="1575" b="1">
                <a:solidFill>
                  <a:srgbClr val="ED8C77"/>
                </a:solidFill>
                <a:latin typeface="Arial"/>
                <a:ea typeface="Arial"/>
                <a:cs typeface="Arial"/>
              </a:defRPr>
            </a:lvl4pPr>
            <a:lvl5pPr>
              <a:defRPr sz="1575" b="1">
                <a:solidFill>
                  <a:srgbClr val="ED8C77"/>
                </a:solidFill>
                <a:latin typeface="Arial"/>
                <a:ea typeface="Arial"/>
                <a:cs typeface="Arial"/>
              </a:defRPr>
            </a:lvl5pPr>
            <a:lvl6pPr>
              <a:defRPr sz="1575" b="1">
                <a:solidFill>
                  <a:srgbClr val="ED8C77"/>
                </a:solidFill>
                <a:latin typeface="Arial"/>
                <a:ea typeface="Arial"/>
                <a:cs typeface="Arial"/>
              </a:defRPr>
            </a:lvl6pPr>
            <a:lvl7pPr>
              <a:defRPr sz="1575" b="1">
                <a:solidFill>
                  <a:srgbClr val="ED8C77"/>
                </a:solidFill>
                <a:latin typeface="Arial"/>
                <a:ea typeface="Arial"/>
                <a:cs typeface="Arial"/>
              </a:defRPr>
            </a:lvl7pPr>
            <a:lvl8pPr>
              <a:defRPr sz="1575" b="1">
                <a:solidFill>
                  <a:srgbClr val="ED8C77"/>
                </a:solidFill>
                <a:latin typeface="Arial"/>
                <a:ea typeface="Arial"/>
                <a:cs typeface="Arial"/>
              </a:defRPr>
            </a:lvl8pPr>
            <a:lvl9pPr>
              <a:defRPr sz="1575" b="1">
                <a:solidFill>
                  <a:srgbClr val="ED8C77"/>
                </a:solidFill>
                <a:latin typeface="Arial"/>
                <a:ea typeface="Arial"/>
                <a:cs typeface="Arial"/>
              </a:defRPr>
            </a:lvl9pPr>
          </a:lstStyle>
          <a:p xmlns:a="http://schemas.openxmlformats.org/drawingml/2006/main">
            <a:pPr>
              <a:defRPr sz="1575" b="1">
                <a:solidFill>
                  <a:srgbClr val="ED8C77"/>
                </a:solidFill>
                <a:latin typeface="Arial"/>
                <a:ea typeface="Arial"/>
                <a:cs typeface="Arial"/>
              </a:defRPr>
            </a:pPr>
            <a:r>
              <a:rPr sz="1575" b="1">
                <a:solidFill>
                  <a:srgbClr val="ED8C77"/>
                </a:solidFill>
                <a:latin typeface="Arial"/>
                <a:ea typeface="Arial"/>
                <a:cs typeface="Arial"/>
              </a:rPr>
              <a:t>EVIDENCE BLOCKED</a:t>
            </a:r>
          </a:p>
        </p:txBody>
      </p:sp>
      <p:sp>
        <p:nvSpPr>
          <p:cNvPr id="13" name="text">
            <a:extLst xmlns:a="http://schemas.openxmlformats.org/drawingml/2006/main">
              <a:ext uri="{FF2B5EF4-FFF2-40B4-BE49-F238E27FC236}">
                <a16:creationId xmlns:a16="http://schemas.microsoft.com/office/drawing/2014/main" id="{F3F82D15-2D9D-46AD-BFB3-7E8CFAA5851D}"/>
              </a:ext>
            </a:extLst>
          </p:cNvPr>
          <p:cNvSpPr>
            <a:spLocks xmlns:a="http://schemas.openxmlformats.org/drawingml/2006/main" noGrp="1"/>
          </p:cNvSpPr>
          <p:nvPr/>
        </p:nvSpPr>
        <p:spPr>
          <a:xfrm xmlns:a="http://schemas.openxmlformats.org/drawingml/2006/main">
            <a:off x="8115300" y="1952625"/>
            <a:ext cx="123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550" b="1">
                <a:solidFill>
                  <a:srgbClr val="C3ED7C"/>
                </a:solidFill>
                <a:latin typeface="Arial"/>
                <a:ea typeface="Arial"/>
                <a:cs typeface="Arial"/>
              </a:defRPr>
            </a:defPPr>
            <a:lvl1pPr>
              <a:defRPr sz="5550" b="1">
                <a:solidFill>
                  <a:srgbClr val="C3ED7C"/>
                </a:solidFill>
                <a:latin typeface="Arial"/>
                <a:ea typeface="Arial"/>
                <a:cs typeface="Arial"/>
              </a:defRPr>
            </a:lvl1pPr>
            <a:lvl2pPr>
              <a:defRPr sz="5550" b="1">
                <a:solidFill>
                  <a:srgbClr val="C3ED7C"/>
                </a:solidFill>
                <a:latin typeface="Arial"/>
                <a:ea typeface="Arial"/>
                <a:cs typeface="Arial"/>
              </a:defRPr>
            </a:lvl2pPr>
            <a:lvl3pPr>
              <a:defRPr sz="5550" b="1">
                <a:solidFill>
                  <a:srgbClr val="C3ED7C"/>
                </a:solidFill>
                <a:latin typeface="Arial"/>
                <a:ea typeface="Arial"/>
                <a:cs typeface="Arial"/>
              </a:defRPr>
            </a:lvl3pPr>
            <a:lvl4pPr>
              <a:defRPr sz="5550" b="1">
                <a:solidFill>
                  <a:srgbClr val="C3ED7C"/>
                </a:solidFill>
                <a:latin typeface="Arial"/>
                <a:ea typeface="Arial"/>
                <a:cs typeface="Arial"/>
              </a:defRPr>
            </a:lvl4pPr>
            <a:lvl5pPr>
              <a:defRPr sz="5550" b="1">
                <a:solidFill>
                  <a:srgbClr val="C3ED7C"/>
                </a:solidFill>
                <a:latin typeface="Arial"/>
                <a:ea typeface="Arial"/>
                <a:cs typeface="Arial"/>
              </a:defRPr>
            </a:lvl5pPr>
            <a:lvl6pPr>
              <a:defRPr sz="5550" b="1">
                <a:solidFill>
                  <a:srgbClr val="C3ED7C"/>
                </a:solidFill>
                <a:latin typeface="Arial"/>
                <a:ea typeface="Arial"/>
                <a:cs typeface="Arial"/>
              </a:defRPr>
            </a:lvl6pPr>
            <a:lvl7pPr>
              <a:defRPr sz="5550" b="1">
                <a:solidFill>
                  <a:srgbClr val="C3ED7C"/>
                </a:solidFill>
                <a:latin typeface="Arial"/>
                <a:ea typeface="Arial"/>
                <a:cs typeface="Arial"/>
              </a:defRPr>
            </a:lvl7pPr>
            <a:lvl8pPr>
              <a:defRPr sz="5550" b="1">
                <a:solidFill>
                  <a:srgbClr val="C3ED7C"/>
                </a:solidFill>
                <a:latin typeface="Arial"/>
                <a:ea typeface="Arial"/>
                <a:cs typeface="Arial"/>
              </a:defRPr>
            </a:lvl8pPr>
            <a:lvl9pPr>
              <a:defRPr sz="5550" b="1">
                <a:solidFill>
                  <a:srgbClr val="C3ED7C"/>
                </a:solidFill>
                <a:latin typeface="Arial"/>
                <a:ea typeface="Arial"/>
                <a:cs typeface="Arial"/>
              </a:defRPr>
            </a:lvl9pPr>
          </a:lstStyle>
          <a:p xmlns:a="http://schemas.openxmlformats.org/drawingml/2006/main">
            <a:pPr>
              <a:defRPr sz="5550" b="1">
                <a:solidFill>
                  <a:srgbClr val="C3ED7C"/>
                </a:solidFill>
                <a:latin typeface="Arial"/>
                <a:ea typeface="Arial"/>
                <a:cs typeface="Arial"/>
              </a:defRPr>
            </a:pPr>
            <a:r>
              <a:rPr sz="5550" b="1">
                <a:solidFill>
                  <a:srgbClr val="C3ED7C"/>
                </a:solidFill>
                <a:latin typeface="Arial"/>
                <a:ea typeface="Arial"/>
                <a:cs typeface="Arial"/>
              </a:rPr>
              <a:t>03</a:t>
            </a:r>
          </a:p>
        </p:txBody>
      </p:sp>
      <p:sp>
        <p:nvSpPr>
          <p:cNvPr id="14" name="text">
            <a:extLst xmlns:a="http://schemas.openxmlformats.org/drawingml/2006/main">
              <a:ext uri="{FF2B5EF4-FFF2-40B4-BE49-F238E27FC236}">
                <a16:creationId xmlns:a16="http://schemas.microsoft.com/office/drawing/2014/main" id="{FE3D4990-ADDF-4E29-9D6C-7C4F7A40A98E}"/>
              </a:ext>
            </a:extLst>
          </p:cNvPr>
          <p:cNvSpPr>
            <a:spLocks xmlns:a="http://schemas.openxmlformats.org/drawingml/2006/main" noGrp="1"/>
          </p:cNvSpPr>
          <p:nvPr/>
        </p:nvSpPr>
        <p:spPr>
          <a:xfrm xmlns:a="http://schemas.openxmlformats.org/drawingml/2006/main">
            <a:off x="8115300" y="31146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FFFFF"/>
                </a:solidFill>
                <a:latin typeface="Arial"/>
                <a:ea typeface="Arial"/>
                <a:cs typeface="Arial"/>
              </a:defRPr>
            </a:defPPr>
            <a:lvl1pPr>
              <a:defRPr sz="2400" b="1">
                <a:solidFill>
                  <a:srgbClr val="FFFFFF"/>
                </a:solidFill>
                <a:latin typeface="Arial"/>
                <a:ea typeface="Arial"/>
                <a:cs typeface="Arial"/>
              </a:defRPr>
            </a:lvl1pPr>
            <a:lvl2pPr>
              <a:defRPr sz="2400" b="1">
                <a:solidFill>
                  <a:srgbClr val="FFFFFF"/>
                </a:solidFill>
                <a:latin typeface="Arial"/>
                <a:ea typeface="Arial"/>
                <a:cs typeface="Arial"/>
              </a:defRPr>
            </a:lvl2pPr>
            <a:lvl3pPr>
              <a:defRPr sz="2400" b="1">
                <a:solidFill>
                  <a:srgbClr val="FFFFFF"/>
                </a:solidFill>
                <a:latin typeface="Arial"/>
                <a:ea typeface="Arial"/>
                <a:cs typeface="Arial"/>
              </a:defRPr>
            </a:lvl3pPr>
            <a:lvl4pPr>
              <a:defRPr sz="2400" b="1">
                <a:solidFill>
                  <a:srgbClr val="FFFFFF"/>
                </a:solidFill>
                <a:latin typeface="Arial"/>
                <a:ea typeface="Arial"/>
                <a:cs typeface="Arial"/>
              </a:defRPr>
            </a:lvl4pPr>
            <a:lvl5pPr>
              <a:defRPr sz="2400" b="1">
                <a:solidFill>
                  <a:srgbClr val="FFFFFF"/>
                </a:solidFill>
                <a:latin typeface="Arial"/>
                <a:ea typeface="Arial"/>
                <a:cs typeface="Arial"/>
              </a:defRPr>
            </a:lvl5pPr>
            <a:lvl6pPr>
              <a:defRPr sz="2400" b="1">
                <a:solidFill>
                  <a:srgbClr val="FFFFFF"/>
                </a:solidFill>
                <a:latin typeface="Arial"/>
                <a:ea typeface="Arial"/>
                <a:cs typeface="Arial"/>
              </a:defRPr>
            </a:lvl6pPr>
            <a:lvl7pPr>
              <a:defRPr sz="2400" b="1">
                <a:solidFill>
                  <a:srgbClr val="FFFFFF"/>
                </a:solidFill>
                <a:latin typeface="Arial"/>
                <a:ea typeface="Arial"/>
                <a:cs typeface="Arial"/>
              </a:defRPr>
            </a:lvl7pPr>
            <a:lvl8pPr>
              <a:defRPr sz="2400" b="1">
                <a:solidFill>
                  <a:srgbClr val="FFFFFF"/>
                </a:solidFill>
                <a:latin typeface="Arial"/>
                <a:ea typeface="Arial"/>
                <a:cs typeface="Arial"/>
              </a:defRPr>
            </a:lvl8pPr>
            <a:lvl9pPr>
              <a:defRPr sz="2400" b="1">
                <a:solidFill>
                  <a:srgbClr val="FFFFFF"/>
                </a:solidFill>
                <a:latin typeface="Arial"/>
                <a:ea typeface="Arial"/>
                <a:cs typeface="Arial"/>
              </a:defRPr>
            </a:lvl9pPr>
          </a:lstStyle>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Conflicting authority</a:t>
            </a:r>
          </a:p>
        </p:txBody>
      </p:sp>
      <p:sp>
        <p:nvSpPr>
          <p:cNvPr id="15" name="text">
            <a:extLst xmlns:a="http://schemas.openxmlformats.org/drawingml/2006/main">
              <a:ext uri="{FF2B5EF4-FFF2-40B4-BE49-F238E27FC236}">
                <a16:creationId xmlns:a16="http://schemas.microsoft.com/office/drawing/2014/main" id="{8D7D11D9-9B08-4518-B01A-3AC322D855E9}"/>
              </a:ext>
            </a:extLst>
          </p:cNvPr>
          <p:cNvSpPr>
            <a:spLocks xmlns:a="http://schemas.openxmlformats.org/drawingml/2006/main" noGrp="1"/>
          </p:cNvSpPr>
          <p:nvPr/>
        </p:nvSpPr>
        <p:spPr>
          <a:xfrm xmlns:a="http://schemas.openxmlformats.org/drawingml/2006/main">
            <a:off x="8115300" y="40957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B7C7DB"/>
                </a:solidFill>
                <a:latin typeface="Arial"/>
                <a:ea typeface="Arial"/>
                <a:cs typeface="Arial"/>
              </a:defRPr>
            </a:defPPr>
            <a:lvl1pPr>
              <a:defRPr sz="1950" b="0">
                <a:solidFill>
                  <a:srgbClr val="B7C7DB"/>
                </a:solidFill>
                <a:latin typeface="Arial"/>
                <a:ea typeface="Arial"/>
                <a:cs typeface="Arial"/>
              </a:defRPr>
            </a:lvl1pPr>
            <a:lvl2pPr>
              <a:defRPr sz="1950" b="0">
                <a:solidFill>
                  <a:srgbClr val="B7C7DB"/>
                </a:solidFill>
                <a:latin typeface="Arial"/>
                <a:ea typeface="Arial"/>
                <a:cs typeface="Arial"/>
              </a:defRPr>
            </a:lvl2pPr>
            <a:lvl3pPr>
              <a:defRPr sz="1950" b="0">
                <a:solidFill>
                  <a:srgbClr val="B7C7DB"/>
                </a:solidFill>
                <a:latin typeface="Arial"/>
                <a:ea typeface="Arial"/>
                <a:cs typeface="Arial"/>
              </a:defRPr>
            </a:lvl3pPr>
            <a:lvl4pPr>
              <a:defRPr sz="1950" b="0">
                <a:solidFill>
                  <a:srgbClr val="B7C7DB"/>
                </a:solidFill>
                <a:latin typeface="Arial"/>
                <a:ea typeface="Arial"/>
                <a:cs typeface="Arial"/>
              </a:defRPr>
            </a:lvl4pPr>
            <a:lvl5pPr>
              <a:defRPr sz="1950" b="0">
                <a:solidFill>
                  <a:srgbClr val="B7C7DB"/>
                </a:solidFill>
                <a:latin typeface="Arial"/>
                <a:ea typeface="Arial"/>
                <a:cs typeface="Arial"/>
              </a:defRPr>
            </a:lvl5pPr>
            <a:lvl6pPr>
              <a:defRPr sz="1950" b="0">
                <a:solidFill>
                  <a:srgbClr val="B7C7DB"/>
                </a:solidFill>
                <a:latin typeface="Arial"/>
                <a:ea typeface="Arial"/>
                <a:cs typeface="Arial"/>
              </a:defRPr>
            </a:lvl6pPr>
            <a:lvl7pPr>
              <a:defRPr sz="1950" b="0">
                <a:solidFill>
                  <a:srgbClr val="B7C7DB"/>
                </a:solidFill>
                <a:latin typeface="Arial"/>
                <a:ea typeface="Arial"/>
                <a:cs typeface="Arial"/>
              </a:defRPr>
            </a:lvl7pPr>
            <a:lvl8pPr>
              <a:defRPr sz="1950" b="0">
                <a:solidFill>
                  <a:srgbClr val="B7C7DB"/>
                </a:solidFill>
                <a:latin typeface="Arial"/>
                <a:ea typeface="Arial"/>
                <a:cs typeface="Arial"/>
              </a:defRPr>
            </a:lvl8pPr>
            <a:lvl9pPr>
              <a:defRPr sz="1950" b="0">
                <a:solidFill>
                  <a:srgbClr val="B7C7DB"/>
                </a:solidFill>
                <a:latin typeface="Arial"/>
                <a:ea typeface="Arial"/>
                <a:cs typeface="Arial"/>
              </a:defRPr>
            </a:lvl9pPr>
          </a:lstStyle>
          <a:p xmlns:a="http://schemas.openxmlformats.org/drawingml/2006/main">
            <a:pPr>
              <a:defRPr sz="1950" b="0">
                <a:solidFill>
                  <a:srgbClr val="B7C7DB"/>
                </a:solidFill>
                <a:latin typeface="Arial"/>
                <a:ea typeface="Arial"/>
                <a:cs typeface="Arial"/>
              </a:defRPr>
            </a:pPr>
            <a:r>
              <a:rPr sz="1950" b="0">
                <a:solidFill>
                  <a:srgbClr val="B7C7DB"/>
                </a:solidFill>
                <a:latin typeface="Arial"/>
                <a:ea typeface="Arial"/>
                <a:cs typeface="Arial"/>
              </a:rPr>
              <a:t>INR 120 / INR 130</a:t>
            </a:r>
          </a:p>
        </p:txBody>
      </p:sp>
      <p:sp>
        <p:nvSpPr>
          <p:cNvPr id="16" name="">
            <a:extLst xmlns:a="http://schemas.openxmlformats.org/drawingml/2006/main">
              <a:ext uri="{FF2B5EF4-FFF2-40B4-BE49-F238E27FC236}">
                <a16:creationId xmlns:a16="http://schemas.microsoft.com/office/drawing/2014/main" id="{FC1052E1-D2CD-4B3A-89C0-94E26F89AD17}"/>
              </a:ext>
            </a:extLst>
          </p:cNvPr>
          <p:cNvSpPr>
            <a:spLocks xmlns:a="http://schemas.openxmlformats.org/drawingml/2006/main" noGrp="1"/>
          </p:cNvSpPr>
          <p:nvPr/>
        </p:nvSpPr>
        <p:spPr>
          <a:xfrm xmlns:a="http://schemas.openxmlformats.org/drawingml/2006/main">
            <a:off x="8115300" y="5124450"/>
            <a:ext cx="3143250" cy="14288"/>
          </a:xfrm>
          <a:prstGeom xmlns:a="http://schemas.openxmlformats.org/drawingml/2006/main" prst="rect">
            <a:avLst/>
          </a:prstGeom>
          <a:solidFill xmlns:a="http://schemas.openxmlformats.org/drawingml/2006/main">
            <a:srgbClr val="41566F"/>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482E8392-DBD6-4F09-AA61-F1A2491FEE44}"/>
              </a:ext>
            </a:extLst>
          </p:cNvPr>
          <p:cNvSpPr>
            <a:spLocks xmlns:a="http://schemas.openxmlformats.org/drawingml/2006/main" noGrp="1"/>
          </p:cNvSpPr>
          <p:nvPr/>
        </p:nvSpPr>
        <p:spPr>
          <a:xfrm xmlns:a="http://schemas.openxmlformats.org/drawingml/2006/main">
            <a:off x="8115300" y="53816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ED8C77"/>
                </a:solidFill>
                <a:latin typeface="Arial"/>
                <a:ea typeface="Arial"/>
                <a:cs typeface="Arial"/>
              </a:defRPr>
            </a:defPPr>
            <a:lvl1pPr>
              <a:defRPr sz="1575" b="1">
                <a:solidFill>
                  <a:srgbClr val="ED8C77"/>
                </a:solidFill>
                <a:latin typeface="Arial"/>
                <a:ea typeface="Arial"/>
                <a:cs typeface="Arial"/>
              </a:defRPr>
            </a:lvl1pPr>
            <a:lvl2pPr>
              <a:defRPr sz="1575" b="1">
                <a:solidFill>
                  <a:srgbClr val="ED8C77"/>
                </a:solidFill>
                <a:latin typeface="Arial"/>
                <a:ea typeface="Arial"/>
                <a:cs typeface="Arial"/>
              </a:defRPr>
            </a:lvl2pPr>
            <a:lvl3pPr>
              <a:defRPr sz="1575" b="1">
                <a:solidFill>
                  <a:srgbClr val="ED8C77"/>
                </a:solidFill>
                <a:latin typeface="Arial"/>
                <a:ea typeface="Arial"/>
                <a:cs typeface="Arial"/>
              </a:defRPr>
            </a:lvl3pPr>
            <a:lvl4pPr>
              <a:defRPr sz="1575" b="1">
                <a:solidFill>
                  <a:srgbClr val="ED8C77"/>
                </a:solidFill>
                <a:latin typeface="Arial"/>
                <a:ea typeface="Arial"/>
                <a:cs typeface="Arial"/>
              </a:defRPr>
            </a:lvl4pPr>
            <a:lvl5pPr>
              <a:defRPr sz="1575" b="1">
                <a:solidFill>
                  <a:srgbClr val="ED8C77"/>
                </a:solidFill>
                <a:latin typeface="Arial"/>
                <a:ea typeface="Arial"/>
                <a:cs typeface="Arial"/>
              </a:defRPr>
            </a:lvl5pPr>
            <a:lvl6pPr>
              <a:defRPr sz="1575" b="1">
                <a:solidFill>
                  <a:srgbClr val="ED8C77"/>
                </a:solidFill>
                <a:latin typeface="Arial"/>
                <a:ea typeface="Arial"/>
                <a:cs typeface="Arial"/>
              </a:defRPr>
            </a:lvl6pPr>
            <a:lvl7pPr>
              <a:defRPr sz="1575" b="1">
                <a:solidFill>
                  <a:srgbClr val="ED8C77"/>
                </a:solidFill>
                <a:latin typeface="Arial"/>
                <a:ea typeface="Arial"/>
                <a:cs typeface="Arial"/>
              </a:defRPr>
            </a:lvl7pPr>
            <a:lvl8pPr>
              <a:defRPr sz="1575" b="1">
                <a:solidFill>
                  <a:srgbClr val="ED8C77"/>
                </a:solidFill>
                <a:latin typeface="Arial"/>
                <a:ea typeface="Arial"/>
                <a:cs typeface="Arial"/>
              </a:defRPr>
            </a:lvl8pPr>
            <a:lvl9pPr>
              <a:defRPr sz="1575" b="1">
                <a:solidFill>
                  <a:srgbClr val="ED8C77"/>
                </a:solidFill>
                <a:latin typeface="Arial"/>
                <a:ea typeface="Arial"/>
                <a:cs typeface="Arial"/>
              </a:defRPr>
            </a:lvl9pPr>
          </a:lstStyle>
          <a:p xmlns:a="http://schemas.openxmlformats.org/drawingml/2006/main">
            <a:pPr>
              <a:defRPr sz="1575" b="1">
                <a:solidFill>
                  <a:srgbClr val="ED8C77"/>
                </a:solidFill>
                <a:latin typeface="Arial"/>
                <a:ea typeface="Arial"/>
                <a:cs typeface="Arial"/>
              </a:defRPr>
            </a:pPr>
            <a:r>
              <a:rPr sz="1575" b="1">
                <a:solidFill>
                  <a:srgbClr val="ED8C77"/>
                </a:solidFill>
                <a:latin typeface="Arial"/>
                <a:ea typeface="Arial"/>
                <a:cs typeface="Arial"/>
              </a:rPr>
              <a:t>HUMAN RESOLUTION</a:t>
            </a:r>
          </a:p>
        </p:txBody>
      </p:sp>
    </p:spTree>
    <p:extLst>
      <p:ext uri="{BB962C8B-B14F-4D97-AF65-F5344CB8AC3E}">
        <p14:creationId xmlns:p14="http://schemas.microsoft.com/office/powerpoint/2010/main" val="39051470"/>
      </p:ext>
    </p:extLst>
  </p:cSld>
</p:sld>
</file>

<file path=ppt/slides/slide7.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0968EA24-113C-4A08-8636-BF92C6EDCF3D}"/>
              </a:ext>
            </a:extLst>
          </p:cNvPr>
          <p:cNvSpPr>
            <a:spLocks xmlns:a="http://schemas.openxmlformats.org/drawingml/2006/main" noGrp="1"/>
          </p:cNvSpPr>
          <p:nvPr/>
        </p:nvSpPr>
        <p:spPr>
          <a:xfrm xmlns:a="http://schemas.openxmlformats.org/drawingml/2006/main">
            <a:off x="609600" y="552450"/>
            <a:ext cx="10858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2A42"/>
                </a:solidFill>
                <a:latin typeface="Arial"/>
                <a:ea typeface="Arial"/>
                <a:cs typeface="Arial"/>
              </a:defRPr>
            </a:defPPr>
            <a:lvl1pPr>
              <a:defRPr sz="3450" b="1">
                <a:solidFill>
                  <a:srgbClr val="172A42"/>
                </a:solidFill>
                <a:latin typeface="Arial"/>
                <a:ea typeface="Arial"/>
                <a:cs typeface="Arial"/>
              </a:defRPr>
            </a:lvl1pPr>
            <a:lvl2pPr>
              <a:defRPr sz="3450" b="1">
                <a:solidFill>
                  <a:srgbClr val="172A42"/>
                </a:solidFill>
                <a:latin typeface="Arial"/>
                <a:ea typeface="Arial"/>
                <a:cs typeface="Arial"/>
              </a:defRPr>
            </a:lvl2pPr>
            <a:lvl3pPr>
              <a:defRPr sz="3450" b="1">
                <a:solidFill>
                  <a:srgbClr val="172A42"/>
                </a:solidFill>
                <a:latin typeface="Arial"/>
                <a:ea typeface="Arial"/>
                <a:cs typeface="Arial"/>
              </a:defRPr>
            </a:lvl3pPr>
            <a:lvl4pPr>
              <a:defRPr sz="3450" b="1">
                <a:solidFill>
                  <a:srgbClr val="172A42"/>
                </a:solidFill>
                <a:latin typeface="Arial"/>
                <a:ea typeface="Arial"/>
                <a:cs typeface="Arial"/>
              </a:defRPr>
            </a:lvl4pPr>
            <a:lvl5pPr>
              <a:defRPr sz="3450" b="1">
                <a:solidFill>
                  <a:srgbClr val="172A42"/>
                </a:solidFill>
                <a:latin typeface="Arial"/>
                <a:ea typeface="Arial"/>
                <a:cs typeface="Arial"/>
              </a:defRPr>
            </a:lvl5pPr>
            <a:lvl6pPr>
              <a:defRPr sz="3450" b="1">
                <a:solidFill>
                  <a:srgbClr val="172A42"/>
                </a:solidFill>
                <a:latin typeface="Arial"/>
                <a:ea typeface="Arial"/>
                <a:cs typeface="Arial"/>
              </a:defRPr>
            </a:lvl6pPr>
            <a:lvl7pPr>
              <a:defRPr sz="3450" b="1">
                <a:solidFill>
                  <a:srgbClr val="172A42"/>
                </a:solidFill>
                <a:latin typeface="Arial"/>
                <a:ea typeface="Arial"/>
                <a:cs typeface="Arial"/>
              </a:defRPr>
            </a:lvl7pPr>
            <a:lvl8pPr>
              <a:defRPr sz="3450" b="1">
                <a:solidFill>
                  <a:srgbClr val="172A42"/>
                </a:solidFill>
                <a:latin typeface="Arial"/>
                <a:ea typeface="Arial"/>
                <a:cs typeface="Arial"/>
              </a:defRPr>
            </a:lvl8pPr>
            <a:lvl9pPr>
              <a:defRPr sz="3450" b="1">
                <a:solidFill>
                  <a:srgbClr val="172A42"/>
                </a:solidFill>
                <a:latin typeface="Arial"/>
                <a:ea typeface="Arial"/>
                <a:cs typeface="Arial"/>
              </a:defRPr>
            </a:lvl9pPr>
          </a:lstStyle>
          <a:p xmlns:a="http://schemas.openxmlformats.org/drawingml/2006/main">
            <a:pPr>
              <a:defRPr sz="3450" b="1">
                <a:solidFill>
                  <a:srgbClr val="172A42"/>
                </a:solidFill>
                <a:latin typeface="Arial"/>
                <a:ea typeface="Arial"/>
                <a:cs typeface="Arial"/>
              </a:defRPr>
            </a:pPr>
            <a:r>
              <a:rPr sz="3450" b="1">
                <a:solidFill>
                  <a:srgbClr val="172A42"/>
                </a:solidFill>
                <a:latin typeface="Arial"/>
                <a:ea typeface="Arial"/>
                <a:cs typeface="Arial"/>
              </a:rPr>
              <a:t>Measured on fixed development cases.</a:t>
            </a:r>
          </a:p>
        </p:txBody>
      </p:sp>
      <p:sp>
        <p:nvSpPr>
          <p:cNvPr id="2" name="text">
            <a:extLst xmlns:a="http://schemas.openxmlformats.org/drawingml/2006/main">
              <a:ext uri="{FF2B5EF4-FFF2-40B4-BE49-F238E27FC236}">
                <a16:creationId xmlns:a16="http://schemas.microsoft.com/office/drawing/2014/main" id="{0E3CED8A-EE3B-449C-93B3-4421A87C8FCA}"/>
              </a:ext>
            </a:extLst>
          </p:cNvPr>
          <p:cNvSpPr>
            <a:spLocks xmlns:a="http://schemas.openxmlformats.org/drawingml/2006/main" noGrp="1"/>
          </p:cNvSpPr>
          <p:nvPr/>
        </p:nvSpPr>
        <p:spPr>
          <a:xfrm xmlns:a="http://schemas.openxmlformats.org/drawingml/2006/main">
            <a:off x="11049000"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D6D82"/>
                </a:solidFill>
                <a:latin typeface="Arial"/>
                <a:ea typeface="Arial"/>
                <a:cs typeface="Arial"/>
              </a:defRPr>
            </a:defPPr>
            <a:lvl1pPr>
              <a:defRPr sz="1200" b="0">
                <a:solidFill>
                  <a:srgbClr val="5D6D82"/>
                </a:solidFill>
                <a:latin typeface="Arial"/>
                <a:ea typeface="Arial"/>
                <a:cs typeface="Arial"/>
              </a:defRPr>
            </a:lvl1pPr>
            <a:lvl2pPr>
              <a:defRPr sz="1200" b="0">
                <a:solidFill>
                  <a:srgbClr val="5D6D82"/>
                </a:solidFill>
                <a:latin typeface="Arial"/>
                <a:ea typeface="Arial"/>
                <a:cs typeface="Arial"/>
              </a:defRPr>
            </a:lvl2pPr>
            <a:lvl3pPr>
              <a:defRPr sz="1200" b="0">
                <a:solidFill>
                  <a:srgbClr val="5D6D82"/>
                </a:solidFill>
                <a:latin typeface="Arial"/>
                <a:ea typeface="Arial"/>
                <a:cs typeface="Arial"/>
              </a:defRPr>
            </a:lvl3pPr>
            <a:lvl4pPr>
              <a:defRPr sz="1200" b="0">
                <a:solidFill>
                  <a:srgbClr val="5D6D82"/>
                </a:solidFill>
                <a:latin typeface="Arial"/>
                <a:ea typeface="Arial"/>
                <a:cs typeface="Arial"/>
              </a:defRPr>
            </a:lvl4pPr>
            <a:lvl5pPr>
              <a:defRPr sz="1200" b="0">
                <a:solidFill>
                  <a:srgbClr val="5D6D82"/>
                </a:solidFill>
                <a:latin typeface="Arial"/>
                <a:ea typeface="Arial"/>
                <a:cs typeface="Arial"/>
              </a:defRPr>
            </a:lvl5pPr>
            <a:lvl6pPr>
              <a:defRPr sz="1200" b="0">
                <a:solidFill>
                  <a:srgbClr val="5D6D82"/>
                </a:solidFill>
                <a:latin typeface="Arial"/>
                <a:ea typeface="Arial"/>
                <a:cs typeface="Arial"/>
              </a:defRPr>
            </a:lvl6pPr>
            <a:lvl7pPr>
              <a:defRPr sz="1200" b="0">
                <a:solidFill>
                  <a:srgbClr val="5D6D82"/>
                </a:solidFill>
                <a:latin typeface="Arial"/>
                <a:ea typeface="Arial"/>
                <a:cs typeface="Arial"/>
              </a:defRPr>
            </a:lvl7pPr>
            <a:lvl8pPr>
              <a:defRPr sz="1200" b="0">
                <a:solidFill>
                  <a:srgbClr val="5D6D82"/>
                </a:solidFill>
                <a:latin typeface="Arial"/>
                <a:ea typeface="Arial"/>
                <a:cs typeface="Arial"/>
              </a:defRPr>
            </a:lvl8pPr>
            <a:lvl9pPr>
              <a:defRPr sz="1200" b="0">
                <a:solidFill>
                  <a:srgbClr val="5D6D82"/>
                </a:solidFill>
                <a:latin typeface="Arial"/>
                <a:ea typeface="Arial"/>
                <a:cs typeface="Arial"/>
              </a:defRPr>
            </a:lvl9pPr>
          </a:lstStyle>
          <a:p xmlns:a="http://schemas.openxmlformats.org/drawingml/2006/main">
            <a:pPr>
              <a:defRPr sz="1200" b="0">
                <a:solidFill>
                  <a:srgbClr val="5D6D82"/>
                </a:solidFill>
                <a:latin typeface="Arial"/>
                <a:ea typeface="Arial"/>
                <a:cs typeface="Arial"/>
              </a:defRPr>
            </a:pPr>
            <a:r>
              <a:rPr sz="1200" b="0">
                <a:solidFill>
                  <a:srgbClr val="5D6D82"/>
                </a:solidFill>
                <a:latin typeface="Arial"/>
                <a:ea typeface="Arial"/>
                <a:cs typeface="Arial"/>
              </a:rPr>
              <a:t>07</a:t>
            </a:r>
          </a:p>
        </p:txBody>
      </p:sp>
      <p:sp>
        <p:nvSpPr>
          <p:cNvPr id="3" name="text">
            <a:extLst xmlns:a="http://schemas.openxmlformats.org/drawingml/2006/main">
              <a:ext uri="{FF2B5EF4-FFF2-40B4-BE49-F238E27FC236}">
                <a16:creationId xmlns:a16="http://schemas.microsoft.com/office/drawing/2014/main" id="{53DEFDA9-6EF0-4C28-BAC9-6FE57C48A3A1}"/>
              </a:ext>
            </a:extLst>
          </p:cNvPr>
          <p:cNvSpPr>
            <a:spLocks xmlns:a="http://schemas.openxmlformats.org/drawingml/2006/main" noGrp="1"/>
          </p:cNvSpPr>
          <p:nvPr/>
        </p:nvSpPr>
        <p:spPr>
          <a:xfrm xmlns:a="http://schemas.openxmlformats.org/drawingml/2006/main">
            <a:off x="609600" y="177165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167F74"/>
                </a:solidFill>
                <a:latin typeface="Arial"/>
                <a:ea typeface="Arial"/>
                <a:cs typeface="Arial"/>
              </a:defRPr>
            </a:defPPr>
            <a:lvl1pPr>
              <a:defRPr sz="5700" b="1">
                <a:solidFill>
                  <a:srgbClr val="167F74"/>
                </a:solidFill>
                <a:latin typeface="Arial"/>
                <a:ea typeface="Arial"/>
                <a:cs typeface="Arial"/>
              </a:defRPr>
            </a:lvl1pPr>
            <a:lvl2pPr>
              <a:defRPr sz="5700" b="1">
                <a:solidFill>
                  <a:srgbClr val="167F74"/>
                </a:solidFill>
                <a:latin typeface="Arial"/>
                <a:ea typeface="Arial"/>
                <a:cs typeface="Arial"/>
              </a:defRPr>
            </a:lvl2pPr>
            <a:lvl3pPr>
              <a:defRPr sz="5700" b="1">
                <a:solidFill>
                  <a:srgbClr val="167F74"/>
                </a:solidFill>
                <a:latin typeface="Arial"/>
                <a:ea typeface="Arial"/>
                <a:cs typeface="Arial"/>
              </a:defRPr>
            </a:lvl3pPr>
            <a:lvl4pPr>
              <a:defRPr sz="5700" b="1">
                <a:solidFill>
                  <a:srgbClr val="167F74"/>
                </a:solidFill>
                <a:latin typeface="Arial"/>
                <a:ea typeface="Arial"/>
                <a:cs typeface="Arial"/>
              </a:defRPr>
            </a:lvl4pPr>
            <a:lvl5pPr>
              <a:defRPr sz="5700" b="1">
                <a:solidFill>
                  <a:srgbClr val="167F74"/>
                </a:solidFill>
                <a:latin typeface="Arial"/>
                <a:ea typeface="Arial"/>
                <a:cs typeface="Arial"/>
              </a:defRPr>
            </a:lvl5pPr>
            <a:lvl6pPr>
              <a:defRPr sz="5700" b="1">
                <a:solidFill>
                  <a:srgbClr val="167F74"/>
                </a:solidFill>
                <a:latin typeface="Arial"/>
                <a:ea typeface="Arial"/>
                <a:cs typeface="Arial"/>
              </a:defRPr>
            </a:lvl6pPr>
            <a:lvl7pPr>
              <a:defRPr sz="5700" b="1">
                <a:solidFill>
                  <a:srgbClr val="167F74"/>
                </a:solidFill>
                <a:latin typeface="Arial"/>
                <a:ea typeface="Arial"/>
                <a:cs typeface="Arial"/>
              </a:defRPr>
            </a:lvl7pPr>
            <a:lvl8pPr>
              <a:defRPr sz="5700" b="1">
                <a:solidFill>
                  <a:srgbClr val="167F74"/>
                </a:solidFill>
                <a:latin typeface="Arial"/>
                <a:ea typeface="Arial"/>
                <a:cs typeface="Arial"/>
              </a:defRPr>
            </a:lvl8pPr>
            <a:lvl9pPr>
              <a:defRPr sz="5700" b="1">
                <a:solidFill>
                  <a:srgbClr val="167F74"/>
                </a:solidFill>
                <a:latin typeface="Arial"/>
                <a:ea typeface="Arial"/>
                <a:cs typeface="Arial"/>
              </a:defRPr>
            </a:lvl9pPr>
          </a:lstStyle>
          <a:p xmlns:a="http://schemas.openxmlformats.org/drawingml/2006/main">
            <a:pPr>
              <a:defRPr sz="5700" b="1">
                <a:solidFill>
                  <a:srgbClr val="167F74"/>
                </a:solidFill>
                <a:latin typeface="Arial"/>
                <a:ea typeface="Arial"/>
                <a:cs typeface="Arial"/>
              </a:defRPr>
            </a:pPr>
            <a:r>
              <a:rPr sz="5700" b="1">
                <a:solidFill>
                  <a:srgbClr val="167F74"/>
                </a:solidFill>
                <a:latin typeface="Arial"/>
                <a:ea typeface="Arial"/>
                <a:cs typeface="Arial"/>
              </a:rPr>
              <a:t>172</a:t>
            </a:r>
          </a:p>
        </p:txBody>
      </p:sp>
      <p:sp>
        <p:nvSpPr>
          <p:cNvPr id="4" name="text">
            <a:extLst xmlns:a="http://schemas.openxmlformats.org/drawingml/2006/main">
              <a:ext uri="{FF2B5EF4-FFF2-40B4-BE49-F238E27FC236}">
                <a16:creationId xmlns:a16="http://schemas.microsoft.com/office/drawing/2014/main" id="{4368C596-DE8D-4B48-88E2-0F88EAA4BB26}"/>
              </a:ext>
            </a:extLst>
          </p:cNvPr>
          <p:cNvSpPr>
            <a:spLocks xmlns:a="http://schemas.openxmlformats.org/drawingml/2006/main" noGrp="1"/>
          </p:cNvSpPr>
          <p:nvPr/>
        </p:nvSpPr>
        <p:spPr>
          <a:xfrm xmlns:a="http://schemas.openxmlformats.org/drawingml/2006/main">
            <a:off x="609600" y="27146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2A42"/>
                </a:solidFill>
                <a:latin typeface="Arial"/>
                <a:ea typeface="Arial"/>
                <a:cs typeface="Arial"/>
              </a:defRPr>
            </a:defPPr>
            <a:lvl1pPr>
              <a:defRPr sz="1875" b="1">
                <a:solidFill>
                  <a:srgbClr val="172A42"/>
                </a:solidFill>
                <a:latin typeface="Arial"/>
                <a:ea typeface="Arial"/>
                <a:cs typeface="Arial"/>
              </a:defRPr>
            </a:lvl1pPr>
            <a:lvl2pPr>
              <a:defRPr sz="1875" b="1">
                <a:solidFill>
                  <a:srgbClr val="172A42"/>
                </a:solidFill>
                <a:latin typeface="Arial"/>
                <a:ea typeface="Arial"/>
                <a:cs typeface="Arial"/>
              </a:defRPr>
            </a:lvl2pPr>
            <a:lvl3pPr>
              <a:defRPr sz="1875" b="1">
                <a:solidFill>
                  <a:srgbClr val="172A42"/>
                </a:solidFill>
                <a:latin typeface="Arial"/>
                <a:ea typeface="Arial"/>
                <a:cs typeface="Arial"/>
              </a:defRPr>
            </a:lvl3pPr>
            <a:lvl4pPr>
              <a:defRPr sz="1875" b="1">
                <a:solidFill>
                  <a:srgbClr val="172A42"/>
                </a:solidFill>
                <a:latin typeface="Arial"/>
                <a:ea typeface="Arial"/>
                <a:cs typeface="Arial"/>
              </a:defRPr>
            </a:lvl4pPr>
            <a:lvl5pPr>
              <a:defRPr sz="1875" b="1">
                <a:solidFill>
                  <a:srgbClr val="172A42"/>
                </a:solidFill>
                <a:latin typeface="Arial"/>
                <a:ea typeface="Arial"/>
                <a:cs typeface="Arial"/>
              </a:defRPr>
            </a:lvl5pPr>
            <a:lvl6pPr>
              <a:defRPr sz="1875" b="1">
                <a:solidFill>
                  <a:srgbClr val="172A42"/>
                </a:solidFill>
                <a:latin typeface="Arial"/>
                <a:ea typeface="Arial"/>
                <a:cs typeface="Arial"/>
              </a:defRPr>
            </a:lvl6pPr>
            <a:lvl7pPr>
              <a:defRPr sz="1875" b="1">
                <a:solidFill>
                  <a:srgbClr val="172A42"/>
                </a:solidFill>
                <a:latin typeface="Arial"/>
                <a:ea typeface="Arial"/>
                <a:cs typeface="Arial"/>
              </a:defRPr>
            </a:lvl7pPr>
            <a:lvl8pPr>
              <a:defRPr sz="1875" b="1">
                <a:solidFill>
                  <a:srgbClr val="172A42"/>
                </a:solidFill>
                <a:latin typeface="Arial"/>
                <a:ea typeface="Arial"/>
                <a:cs typeface="Arial"/>
              </a:defRPr>
            </a:lvl8pPr>
            <a:lvl9pPr>
              <a:defRPr sz="1875" b="1">
                <a:solidFill>
                  <a:srgbClr val="172A42"/>
                </a:solidFill>
                <a:latin typeface="Arial"/>
                <a:ea typeface="Arial"/>
                <a:cs typeface="Arial"/>
              </a:defRPr>
            </a:lvl9pPr>
          </a:lstStyle>
          <a:p xmlns:a="http://schemas.openxmlformats.org/drawingml/2006/main">
            <a:pPr>
              <a:defRPr sz="1875" b="1">
                <a:solidFill>
                  <a:srgbClr val="172A42"/>
                </a:solidFill>
                <a:latin typeface="Arial"/>
                <a:ea typeface="Arial"/>
                <a:cs typeface="Arial"/>
              </a:defRPr>
            </a:pPr>
            <a:r>
              <a:rPr sz="1875" b="1">
                <a:solidFill>
                  <a:srgbClr val="172A42"/>
                </a:solidFill>
                <a:latin typeface="Arial"/>
                <a:ea typeface="Arial"/>
                <a:cs typeface="Arial"/>
              </a:rPr>
              <a:t>automated tests passed</a:t>
            </a:r>
          </a:p>
        </p:txBody>
      </p:sp>
      <p:sp>
        <p:nvSpPr>
          <p:cNvPr id="5" name="text">
            <a:extLst xmlns:a="http://schemas.openxmlformats.org/drawingml/2006/main">
              <a:ext uri="{FF2B5EF4-FFF2-40B4-BE49-F238E27FC236}">
                <a16:creationId xmlns:a16="http://schemas.microsoft.com/office/drawing/2014/main" id="{BF2CEA05-A658-400B-87F0-572F6C8E4434}"/>
              </a:ext>
            </a:extLst>
          </p:cNvPr>
          <p:cNvSpPr>
            <a:spLocks xmlns:a="http://schemas.openxmlformats.org/drawingml/2006/main" noGrp="1"/>
          </p:cNvSpPr>
          <p:nvPr/>
        </p:nvSpPr>
        <p:spPr>
          <a:xfrm xmlns:a="http://schemas.openxmlformats.org/drawingml/2006/main">
            <a:off x="4476750" y="177165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172A42"/>
                </a:solidFill>
                <a:latin typeface="Arial"/>
                <a:ea typeface="Arial"/>
                <a:cs typeface="Arial"/>
              </a:defRPr>
            </a:defPPr>
            <a:lvl1pPr>
              <a:defRPr sz="5700" b="1">
                <a:solidFill>
                  <a:srgbClr val="172A42"/>
                </a:solidFill>
                <a:latin typeface="Arial"/>
                <a:ea typeface="Arial"/>
                <a:cs typeface="Arial"/>
              </a:defRPr>
            </a:lvl1pPr>
            <a:lvl2pPr>
              <a:defRPr sz="5700" b="1">
                <a:solidFill>
                  <a:srgbClr val="172A42"/>
                </a:solidFill>
                <a:latin typeface="Arial"/>
                <a:ea typeface="Arial"/>
                <a:cs typeface="Arial"/>
              </a:defRPr>
            </a:lvl2pPr>
            <a:lvl3pPr>
              <a:defRPr sz="5700" b="1">
                <a:solidFill>
                  <a:srgbClr val="172A42"/>
                </a:solidFill>
                <a:latin typeface="Arial"/>
                <a:ea typeface="Arial"/>
                <a:cs typeface="Arial"/>
              </a:defRPr>
            </a:lvl3pPr>
            <a:lvl4pPr>
              <a:defRPr sz="5700" b="1">
                <a:solidFill>
                  <a:srgbClr val="172A42"/>
                </a:solidFill>
                <a:latin typeface="Arial"/>
                <a:ea typeface="Arial"/>
                <a:cs typeface="Arial"/>
              </a:defRPr>
            </a:lvl4pPr>
            <a:lvl5pPr>
              <a:defRPr sz="5700" b="1">
                <a:solidFill>
                  <a:srgbClr val="172A42"/>
                </a:solidFill>
                <a:latin typeface="Arial"/>
                <a:ea typeface="Arial"/>
                <a:cs typeface="Arial"/>
              </a:defRPr>
            </a:lvl5pPr>
            <a:lvl6pPr>
              <a:defRPr sz="5700" b="1">
                <a:solidFill>
                  <a:srgbClr val="172A42"/>
                </a:solidFill>
                <a:latin typeface="Arial"/>
                <a:ea typeface="Arial"/>
                <a:cs typeface="Arial"/>
              </a:defRPr>
            </a:lvl6pPr>
            <a:lvl7pPr>
              <a:defRPr sz="5700" b="1">
                <a:solidFill>
                  <a:srgbClr val="172A42"/>
                </a:solidFill>
                <a:latin typeface="Arial"/>
                <a:ea typeface="Arial"/>
                <a:cs typeface="Arial"/>
              </a:defRPr>
            </a:lvl7pPr>
            <a:lvl8pPr>
              <a:defRPr sz="5700" b="1">
                <a:solidFill>
                  <a:srgbClr val="172A42"/>
                </a:solidFill>
                <a:latin typeface="Arial"/>
                <a:ea typeface="Arial"/>
                <a:cs typeface="Arial"/>
              </a:defRPr>
            </a:lvl8pPr>
            <a:lvl9pPr>
              <a:defRPr sz="5700" b="1">
                <a:solidFill>
                  <a:srgbClr val="172A42"/>
                </a:solidFill>
                <a:latin typeface="Arial"/>
                <a:ea typeface="Arial"/>
                <a:cs typeface="Arial"/>
              </a:defRPr>
            </a:lvl9pPr>
          </a:lstStyle>
          <a:p xmlns:a="http://schemas.openxmlformats.org/drawingml/2006/main">
            <a:pPr>
              <a:defRPr sz="5700" b="1">
                <a:solidFill>
                  <a:srgbClr val="172A42"/>
                </a:solidFill>
                <a:latin typeface="Arial"/>
                <a:ea typeface="Arial"/>
                <a:cs typeface="Arial"/>
              </a:defRPr>
            </a:pPr>
            <a:r>
              <a:rPr sz="5700" b="1">
                <a:solidFill>
                  <a:srgbClr val="172A42"/>
                </a:solidFill>
                <a:latin typeface="Arial"/>
                <a:ea typeface="Arial"/>
                <a:cs typeface="Arial"/>
              </a:rPr>
              <a:t>25/25</a:t>
            </a:r>
          </a:p>
        </p:txBody>
      </p:sp>
      <p:sp>
        <p:nvSpPr>
          <p:cNvPr id="6" name="text">
            <a:extLst xmlns:a="http://schemas.openxmlformats.org/drawingml/2006/main">
              <a:ext uri="{FF2B5EF4-FFF2-40B4-BE49-F238E27FC236}">
                <a16:creationId xmlns:a16="http://schemas.microsoft.com/office/drawing/2014/main" id="{125407E4-78A5-45E8-82F2-065CBA6A63D2}"/>
              </a:ext>
            </a:extLst>
          </p:cNvPr>
          <p:cNvSpPr>
            <a:spLocks xmlns:a="http://schemas.openxmlformats.org/drawingml/2006/main" noGrp="1"/>
          </p:cNvSpPr>
          <p:nvPr/>
        </p:nvSpPr>
        <p:spPr>
          <a:xfrm xmlns:a="http://schemas.openxmlformats.org/drawingml/2006/main">
            <a:off x="4476750" y="27146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2A42"/>
                </a:solidFill>
                <a:latin typeface="Arial"/>
                <a:ea typeface="Arial"/>
                <a:cs typeface="Arial"/>
              </a:defRPr>
            </a:defPPr>
            <a:lvl1pPr>
              <a:defRPr sz="1875" b="1">
                <a:solidFill>
                  <a:srgbClr val="172A42"/>
                </a:solidFill>
                <a:latin typeface="Arial"/>
                <a:ea typeface="Arial"/>
                <a:cs typeface="Arial"/>
              </a:defRPr>
            </a:lvl1pPr>
            <a:lvl2pPr>
              <a:defRPr sz="1875" b="1">
                <a:solidFill>
                  <a:srgbClr val="172A42"/>
                </a:solidFill>
                <a:latin typeface="Arial"/>
                <a:ea typeface="Arial"/>
                <a:cs typeface="Arial"/>
              </a:defRPr>
            </a:lvl2pPr>
            <a:lvl3pPr>
              <a:defRPr sz="1875" b="1">
                <a:solidFill>
                  <a:srgbClr val="172A42"/>
                </a:solidFill>
                <a:latin typeface="Arial"/>
                <a:ea typeface="Arial"/>
                <a:cs typeface="Arial"/>
              </a:defRPr>
            </a:lvl3pPr>
            <a:lvl4pPr>
              <a:defRPr sz="1875" b="1">
                <a:solidFill>
                  <a:srgbClr val="172A42"/>
                </a:solidFill>
                <a:latin typeface="Arial"/>
                <a:ea typeface="Arial"/>
                <a:cs typeface="Arial"/>
              </a:defRPr>
            </a:lvl4pPr>
            <a:lvl5pPr>
              <a:defRPr sz="1875" b="1">
                <a:solidFill>
                  <a:srgbClr val="172A42"/>
                </a:solidFill>
                <a:latin typeface="Arial"/>
                <a:ea typeface="Arial"/>
                <a:cs typeface="Arial"/>
              </a:defRPr>
            </a:lvl5pPr>
            <a:lvl6pPr>
              <a:defRPr sz="1875" b="1">
                <a:solidFill>
                  <a:srgbClr val="172A42"/>
                </a:solidFill>
                <a:latin typeface="Arial"/>
                <a:ea typeface="Arial"/>
                <a:cs typeface="Arial"/>
              </a:defRPr>
            </a:lvl6pPr>
            <a:lvl7pPr>
              <a:defRPr sz="1875" b="1">
                <a:solidFill>
                  <a:srgbClr val="172A42"/>
                </a:solidFill>
                <a:latin typeface="Arial"/>
                <a:ea typeface="Arial"/>
                <a:cs typeface="Arial"/>
              </a:defRPr>
            </a:lvl7pPr>
            <a:lvl8pPr>
              <a:defRPr sz="1875" b="1">
                <a:solidFill>
                  <a:srgbClr val="172A42"/>
                </a:solidFill>
                <a:latin typeface="Arial"/>
                <a:ea typeface="Arial"/>
                <a:cs typeface="Arial"/>
              </a:defRPr>
            </a:lvl8pPr>
            <a:lvl9pPr>
              <a:defRPr sz="1875" b="1">
                <a:solidFill>
                  <a:srgbClr val="172A42"/>
                </a:solidFill>
                <a:latin typeface="Arial"/>
                <a:ea typeface="Arial"/>
                <a:cs typeface="Arial"/>
              </a:defRPr>
            </a:lvl9pPr>
          </a:lstStyle>
          <a:p xmlns:a="http://schemas.openxmlformats.org/drawingml/2006/main">
            <a:pPr>
              <a:defRPr sz="1875" b="1">
                <a:solidFill>
                  <a:srgbClr val="172A42"/>
                </a:solidFill>
                <a:latin typeface="Arial"/>
                <a:ea typeface="Arial"/>
                <a:cs typeface="Arial"/>
              </a:defRPr>
            </a:pPr>
            <a:r>
              <a:rPr sz="1875" b="1">
                <a:solidFill>
                  <a:srgbClr val="172A42"/>
                </a:solidFill>
                <a:latin typeface="Arial"/>
                <a:ea typeface="Arial"/>
                <a:cs typeface="Arial"/>
              </a:rPr>
              <a:t>frozen challenge decisions</a:t>
            </a:r>
          </a:p>
        </p:txBody>
      </p:sp>
      <p:sp>
        <p:nvSpPr>
          <p:cNvPr id="7" name="text">
            <a:extLst xmlns:a="http://schemas.openxmlformats.org/drawingml/2006/main">
              <a:ext uri="{FF2B5EF4-FFF2-40B4-BE49-F238E27FC236}">
                <a16:creationId xmlns:a16="http://schemas.microsoft.com/office/drawing/2014/main" id="{E8FD2450-5F21-43EE-88C4-C6A3542024E3}"/>
              </a:ext>
            </a:extLst>
          </p:cNvPr>
          <p:cNvSpPr>
            <a:spLocks xmlns:a="http://schemas.openxmlformats.org/drawingml/2006/main" noGrp="1"/>
          </p:cNvSpPr>
          <p:nvPr/>
        </p:nvSpPr>
        <p:spPr>
          <a:xfrm xmlns:a="http://schemas.openxmlformats.org/drawingml/2006/main">
            <a:off x="9067800" y="1771650"/>
            <a:ext cx="2190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167F74"/>
                </a:solidFill>
                <a:latin typeface="Arial"/>
                <a:ea typeface="Arial"/>
                <a:cs typeface="Arial"/>
              </a:defRPr>
            </a:defPPr>
            <a:lvl1pPr>
              <a:defRPr sz="5700" b="1">
                <a:solidFill>
                  <a:srgbClr val="167F74"/>
                </a:solidFill>
                <a:latin typeface="Arial"/>
                <a:ea typeface="Arial"/>
                <a:cs typeface="Arial"/>
              </a:defRPr>
            </a:lvl1pPr>
            <a:lvl2pPr>
              <a:defRPr sz="5700" b="1">
                <a:solidFill>
                  <a:srgbClr val="167F74"/>
                </a:solidFill>
                <a:latin typeface="Arial"/>
                <a:ea typeface="Arial"/>
                <a:cs typeface="Arial"/>
              </a:defRPr>
            </a:lvl2pPr>
            <a:lvl3pPr>
              <a:defRPr sz="5700" b="1">
                <a:solidFill>
                  <a:srgbClr val="167F74"/>
                </a:solidFill>
                <a:latin typeface="Arial"/>
                <a:ea typeface="Arial"/>
                <a:cs typeface="Arial"/>
              </a:defRPr>
            </a:lvl3pPr>
            <a:lvl4pPr>
              <a:defRPr sz="5700" b="1">
                <a:solidFill>
                  <a:srgbClr val="167F74"/>
                </a:solidFill>
                <a:latin typeface="Arial"/>
                <a:ea typeface="Arial"/>
                <a:cs typeface="Arial"/>
              </a:defRPr>
            </a:lvl4pPr>
            <a:lvl5pPr>
              <a:defRPr sz="5700" b="1">
                <a:solidFill>
                  <a:srgbClr val="167F74"/>
                </a:solidFill>
                <a:latin typeface="Arial"/>
                <a:ea typeface="Arial"/>
                <a:cs typeface="Arial"/>
              </a:defRPr>
            </a:lvl5pPr>
            <a:lvl6pPr>
              <a:defRPr sz="5700" b="1">
                <a:solidFill>
                  <a:srgbClr val="167F74"/>
                </a:solidFill>
                <a:latin typeface="Arial"/>
                <a:ea typeface="Arial"/>
                <a:cs typeface="Arial"/>
              </a:defRPr>
            </a:lvl6pPr>
            <a:lvl7pPr>
              <a:defRPr sz="5700" b="1">
                <a:solidFill>
                  <a:srgbClr val="167F74"/>
                </a:solidFill>
                <a:latin typeface="Arial"/>
                <a:ea typeface="Arial"/>
                <a:cs typeface="Arial"/>
              </a:defRPr>
            </a:lvl7pPr>
            <a:lvl8pPr>
              <a:defRPr sz="5700" b="1">
                <a:solidFill>
                  <a:srgbClr val="167F74"/>
                </a:solidFill>
                <a:latin typeface="Arial"/>
                <a:ea typeface="Arial"/>
                <a:cs typeface="Arial"/>
              </a:defRPr>
            </a:lvl8pPr>
            <a:lvl9pPr>
              <a:defRPr sz="5700" b="1">
                <a:solidFill>
                  <a:srgbClr val="167F74"/>
                </a:solidFill>
                <a:latin typeface="Arial"/>
                <a:ea typeface="Arial"/>
                <a:cs typeface="Arial"/>
              </a:defRPr>
            </a:lvl9pPr>
          </a:lstStyle>
          <a:p xmlns:a="http://schemas.openxmlformats.org/drawingml/2006/main">
            <a:pPr>
              <a:defRPr sz="5700" b="1">
                <a:solidFill>
                  <a:srgbClr val="167F74"/>
                </a:solidFill>
                <a:latin typeface="Arial"/>
                <a:ea typeface="Arial"/>
                <a:cs typeface="Arial"/>
              </a:defRPr>
            </a:pPr>
            <a:r>
              <a:rPr sz="5700" b="1">
                <a:solidFill>
                  <a:srgbClr val="167F74"/>
                </a:solidFill>
                <a:latin typeface="Arial"/>
                <a:ea typeface="Arial"/>
                <a:cs typeface="Arial"/>
              </a:rPr>
              <a:t>4/4</a:t>
            </a:r>
          </a:p>
        </p:txBody>
      </p:sp>
      <p:sp>
        <p:nvSpPr>
          <p:cNvPr id="8" name="text">
            <a:extLst xmlns:a="http://schemas.openxmlformats.org/drawingml/2006/main">
              <a:ext uri="{FF2B5EF4-FFF2-40B4-BE49-F238E27FC236}">
                <a16:creationId xmlns:a16="http://schemas.microsoft.com/office/drawing/2014/main" id="{3440EF1E-92E8-4BD9-A52F-E52F976189FE}"/>
              </a:ext>
            </a:extLst>
          </p:cNvPr>
          <p:cNvSpPr>
            <a:spLocks xmlns:a="http://schemas.openxmlformats.org/drawingml/2006/main" noGrp="1"/>
          </p:cNvSpPr>
          <p:nvPr/>
        </p:nvSpPr>
        <p:spPr>
          <a:xfrm xmlns:a="http://schemas.openxmlformats.org/drawingml/2006/main">
            <a:off x="8401050" y="2714625"/>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2A42"/>
                </a:solidFill>
                <a:latin typeface="Arial"/>
                <a:ea typeface="Arial"/>
                <a:cs typeface="Arial"/>
              </a:defRPr>
            </a:defPPr>
            <a:lvl1pPr>
              <a:defRPr sz="1875" b="1">
                <a:solidFill>
                  <a:srgbClr val="172A42"/>
                </a:solidFill>
                <a:latin typeface="Arial"/>
                <a:ea typeface="Arial"/>
                <a:cs typeface="Arial"/>
              </a:defRPr>
            </a:lvl1pPr>
            <a:lvl2pPr>
              <a:defRPr sz="1875" b="1">
                <a:solidFill>
                  <a:srgbClr val="172A42"/>
                </a:solidFill>
                <a:latin typeface="Arial"/>
                <a:ea typeface="Arial"/>
                <a:cs typeface="Arial"/>
              </a:defRPr>
            </a:lvl2pPr>
            <a:lvl3pPr>
              <a:defRPr sz="1875" b="1">
                <a:solidFill>
                  <a:srgbClr val="172A42"/>
                </a:solidFill>
                <a:latin typeface="Arial"/>
                <a:ea typeface="Arial"/>
                <a:cs typeface="Arial"/>
              </a:defRPr>
            </a:lvl3pPr>
            <a:lvl4pPr>
              <a:defRPr sz="1875" b="1">
                <a:solidFill>
                  <a:srgbClr val="172A42"/>
                </a:solidFill>
                <a:latin typeface="Arial"/>
                <a:ea typeface="Arial"/>
                <a:cs typeface="Arial"/>
              </a:defRPr>
            </a:lvl4pPr>
            <a:lvl5pPr>
              <a:defRPr sz="1875" b="1">
                <a:solidFill>
                  <a:srgbClr val="172A42"/>
                </a:solidFill>
                <a:latin typeface="Arial"/>
                <a:ea typeface="Arial"/>
                <a:cs typeface="Arial"/>
              </a:defRPr>
            </a:lvl5pPr>
            <a:lvl6pPr>
              <a:defRPr sz="1875" b="1">
                <a:solidFill>
                  <a:srgbClr val="172A42"/>
                </a:solidFill>
                <a:latin typeface="Arial"/>
                <a:ea typeface="Arial"/>
                <a:cs typeface="Arial"/>
              </a:defRPr>
            </a:lvl6pPr>
            <a:lvl7pPr>
              <a:defRPr sz="1875" b="1">
                <a:solidFill>
                  <a:srgbClr val="172A42"/>
                </a:solidFill>
                <a:latin typeface="Arial"/>
                <a:ea typeface="Arial"/>
                <a:cs typeface="Arial"/>
              </a:defRPr>
            </a:lvl7pPr>
            <a:lvl8pPr>
              <a:defRPr sz="1875" b="1">
                <a:solidFill>
                  <a:srgbClr val="172A42"/>
                </a:solidFill>
                <a:latin typeface="Arial"/>
                <a:ea typeface="Arial"/>
                <a:cs typeface="Arial"/>
              </a:defRPr>
            </a:lvl8pPr>
            <a:lvl9pPr>
              <a:defRPr sz="1875" b="1">
                <a:solidFill>
                  <a:srgbClr val="172A42"/>
                </a:solidFill>
                <a:latin typeface="Arial"/>
                <a:ea typeface="Arial"/>
                <a:cs typeface="Arial"/>
              </a:defRPr>
            </a:lvl9pPr>
          </a:lstStyle>
          <a:p xmlns:a="http://schemas.openxmlformats.org/drawingml/2006/main">
            <a:pPr>
              <a:defRPr sz="1875" b="1">
                <a:solidFill>
                  <a:srgbClr val="172A42"/>
                </a:solidFill>
                <a:latin typeface="Arial"/>
                <a:ea typeface="Arial"/>
                <a:cs typeface="Arial"/>
              </a:defRPr>
            </a:pPr>
            <a:r>
              <a:rPr sz="1875" b="1">
                <a:solidFill>
                  <a:srgbClr val="172A42"/>
                </a:solidFill>
                <a:latin typeface="Arial"/>
                <a:ea typeface="Arial"/>
                <a:cs typeface="Arial"/>
              </a:rPr>
              <a:t>real local-model cases</a:t>
            </a:r>
          </a:p>
        </p:txBody>
      </p:sp>
      <p:sp>
        <p:nvSpPr>
          <p:cNvPr id="9" name="">
            <a:extLst xmlns:a="http://schemas.openxmlformats.org/drawingml/2006/main">
              <a:ext uri="{FF2B5EF4-FFF2-40B4-BE49-F238E27FC236}">
                <a16:creationId xmlns:a16="http://schemas.microsoft.com/office/drawing/2014/main" id="{9EEE6270-4FED-41C2-97C5-5D854DA3C161}"/>
              </a:ext>
            </a:extLst>
          </p:cNvPr>
          <p:cNvSpPr>
            <a:spLocks xmlns:a="http://schemas.openxmlformats.org/drawingml/2006/main" noGrp="1"/>
          </p:cNvSpPr>
          <p:nvPr/>
        </p:nvSpPr>
        <p:spPr>
          <a:xfrm xmlns:a="http://schemas.openxmlformats.org/drawingml/2006/main">
            <a:off x="609600" y="3543300"/>
            <a:ext cx="10972800" cy="14288"/>
          </a:xfrm>
          <a:prstGeom xmlns:a="http://schemas.openxmlformats.org/drawingml/2006/main" prst="rect">
            <a:avLst/>
          </a:prstGeom>
          <a:solidFill xmlns:a="http://schemas.openxmlformats.org/drawingml/2006/main">
            <a:srgbClr val="D8E0EA"/>
          </a:solidFill>
          <a:ln xmlns:a="http://schemas.openxmlformats.org/drawingml/2006/main" w="0">
            <a:noFill/>
          </a:ln>
        </p:spPr>
      </p:sp>
      <p:graphicFrame>
        <p:nvGraphicFramePr>
          <p:cNvPr id="10" name="Chart">
            <a:extLst xmlns:a="http://schemas.openxmlformats.org/drawingml/2006/main">
              <a:ext uri="{FF2B5EF4-FFF2-40B4-BE49-F238E27FC236}">
                <a16:creationId xmlns:a16="http://schemas.microsoft.com/office/drawing/2014/main" id="{33B9608C-7045-4AD8-AB56-5068B48CA7E8}"/>
              </a:ext>
            </a:extLst>
          </p:cNvPr>
          <p:cNvGraphicFramePr/>
          <p:nvPr/>
        </p:nvGraphicFramePr>
        <p:xfrm>
          <a:off xmlns:a="http://schemas.openxmlformats.org/drawingml/2006/main" x="609600" y="3838575"/>
          <a:ext xmlns:a="http://schemas.openxmlformats.org/drawingml/2006/main" cx="6953250" cy="2095500"/>
        </p:xfrm>
        <a:graphic xmlns:a="http://schemas.openxmlformats.org/drawingml/2006/main">
          <a:graphicData uri="http://schemas.openxmlformats.org/drawingml/2006/chart">
            <c:chart xmlns:r="http://schemas.openxmlformats.org/officeDocument/2006/relationships" xmlns:c="http://schemas.openxmlformats.org/drawingml/2006/chart" r:id="Reb4cf6615ffe40bb"/>
          </a:graphicData>
        </a:graphic>
      </p:graphicFrame>
      <p:sp>
        <p:nvSpPr>
          <p:cNvPr id="11" name="text">
            <a:extLst xmlns:a="http://schemas.openxmlformats.org/drawingml/2006/main">
              <a:ext uri="{FF2B5EF4-FFF2-40B4-BE49-F238E27FC236}">
                <a16:creationId xmlns:a16="http://schemas.microsoft.com/office/drawing/2014/main" id="{5813CBE6-70A9-4720-B334-88E619559412}"/>
              </a:ext>
            </a:extLst>
          </p:cNvPr>
          <p:cNvSpPr>
            <a:spLocks xmlns:a="http://schemas.openxmlformats.org/drawingml/2006/main" noGrp="1"/>
          </p:cNvSpPr>
          <p:nvPr/>
        </p:nvSpPr>
        <p:spPr>
          <a:xfrm xmlns:a="http://schemas.openxmlformats.org/drawingml/2006/main">
            <a:off x="8058150" y="4105275"/>
            <a:ext cx="352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D6D82"/>
                </a:solidFill>
                <a:latin typeface="Arial"/>
                <a:ea typeface="Arial"/>
                <a:cs typeface="Arial"/>
              </a:defRPr>
            </a:defPPr>
            <a:lvl1pPr>
              <a:defRPr sz="1875" b="0">
                <a:solidFill>
                  <a:srgbClr val="5D6D82"/>
                </a:solidFill>
                <a:latin typeface="Arial"/>
                <a:ea typeface="Arial"/>
                <a:cs typeface="Arial"/>
              </a:defRPr>
            </a:lvl1pPr>
            <a:lvl2pPr>
              <a:defRPr sz="1875" b="0">
                <a:solidFill>
                  <a:srgbClr val="5D6D82"/>
                </a:solidFill>
                <a:latin typeface="Arial"/>
                <a:ea typeface="Arial"/>
                <a:cs typeface="Arial"/>
              </a:defRPr>
            </a:lvl2pPr>
            <a:lvl3pPr>
              <a:defRPr sz="1875" b="0">
                <a:solidFill>
                  <a:srgbClr val="5D6D82"/>
                </a:solidFill>
                <a:latin typeface="Arial"/>
                <a:ea typeface="Arial"/>
                <a:cs typeface="Arial"/>
              </a:defRPr>
            </a:lvl3pPr>
            <a:lvl4pPr>
              <a:defRPr sz="1875" b="0">
                <a:solidFill>
                  <a:srgbClr val="5D6D82"/>
                </a:solidFill>
                <a:latin typeface="Arial"/>
                <a:ea typeface="Arial"/>
                <a:cs typeface="Arial"/>
              </a:defRPr>
            </a:lvl4pPr>
            <a:lvl5pPr>
              <a:defRPr sz="1875" b="0">
                <a:solidFill>
                  <a:srgbClr val="5D6D82"/>
                </a:solidFill>
                <a:latin typeface="Arial"/>
                <a:ea typeface="Arial"/>
                <a:cs typeface="Arial"/>
              </a:defRPr>
            </a:lvl5pPr>
            <a:lvl6pPr>
              <a:defRPr sz="1875" b="0">
                <a:solidFill>
                  <a:srgbClr val="5D6D82"/>
                </a:solidFill>
                <a:latin typeface="Arial"/>
                <a:ea typeface="Arial"/>
                <a:cs typeface="Arial"/>
              </a:defRPr>
            </a:lvl6pPr>
            <a:lvl7pPr>
              <a:defRPr sz="1875" b="0">
                <a:solidFill>
                  <a:srgbClr val="5D6D82"/>
                </a:solidFill>
                <a:latin typeface="Arial"/>
                <a:ea typeface="Arial"/>
                <a:cs typeface="Arial"/>
              </a:defRPr>
            </a:lvl7pPr>
            <a:lvl8pPr>
              <a:defRPr sz="1875" b="0">
                <a:solidFill>
                  <a:srgbClr val="5D6D82"/>
                </a:solidFill>
                <a:latin typeface="Arial"/>
                <a:ea typeface="Arial"/>
                <a:cs typeface="Arial"/>
              </a:defRPr>
            </a:lvl8pPr>
            <a:lvl9pPr>
              <a:defRPr sz="1875" b="0">
                <a:solidFill>
                  <a:srgbClr val="5D6D82"/>
                </a:solidFill>
                <a:latin typeface="Arial"/>
                <a:ea typeface="Arial"/>
                <a:cs typeface="Arial"/>
              </a:defRPr>
            </a:lvl9pPr>
          </a:lstStyle>
          <a:p xmlns:a="http://schemas.openxmlformats.org/drawingml/2006/main">
            <a:pPr>
              <a:defRPr sz="1875" b="0">
                <a:solidFill>
                  <a:srgbClr val="5D6D82"/>
                </a:solidFill>
                <a:latin typeface="Arial"/>
                <a:ea typeface="Arial"/>
                <a:cs typeface="Arial"/>
              </a:defRPr>
            </a:pPr>
            <a:r>
              <a:rPr sz="1875" b="0">
                <a:solidFill>
                  <a:srgbClr val="5D6D82"/>
                </a:solidFill>
                <a:latin typeface="Arial"/>
                <a:ea typeface="Arial"/>
                <a:cs typeface="Arial"/>
              </a:rPr>
              <a:t>25 frozen development cases</a:t>
            </a:r>
          </a:p>
          <a:p xmlns:a="http://schemas.openxmlformats.org/drawingml/2006/main">
            <a:pPr>
              <a:defRPr sz="1875" b="0">
                <a:solidFill>
                  <a:srgbClr val="5D6D82"/>
                </a:solidFill>
                <a:latin typeface="Arial"/>
                <a:ea typeface="Arial"/>
                <a:cs typeface="Arial"/>
              </a:defRPr>
            </a:pPr>
            <a:r>
              <a:rPr sz="1875" b="0">
                <a:solidFill>
                  <a:srgbClr val="5D6D82"/>
                </a:solidFill>
                <a:latin typeface="Arial"/>
                <a:ea typeface="Arial"/>
                <a:cs typeface="Arial"/>
              </a:rPr>
              <a:t>Incorrect ready: 6 / 2 / 0</a:t>
            </a:r>
          </a:p>
          <a:p xmlns:a="http://schemas.openxmlformats.org/drawingml/2006/main">
            <a:pPr>
              <a:defRPr sz="1875" b="0">
                <a:solidFill>
                  <a:srgbClr val="5D6D82"/>
                </a:solidFill>
                <a:latin typeface="Arial"/>
                <a:ea typeface="Arial"/>
                <a:cs typeface="Arial"/>
              </a:defRPr>
            </a:pPr>
            <a:r>
              <a:rPr sz="1875" b="0">
                <a:solidFill>
                  <a:srgbClr val="5D6D82"/>
                </a:solidFill>
                <a:latin typeface="Arial"/>
                <a:ea typeface="Arial"/>
                <a:cs typeface="Arial"/>
              </a:rPr>
              <a:t>Two injected producer faults</a:t>
            </a:r>
          </a:p>
        </p:txBody>
      </p:sp>
      <p:sp>
        <p:nvSpPr>
          <p:cNvPr id="12" name="text">
            <a:extLst xmlns:a="http://schemas.openxmlformats.org/drawingml/2006/main">
              <a:ext uri="{FF2B5EF4-FFF2-40B4-BE49-F238E27FC236}">
                <a16:creationId xmlns:a16="http://schemas.microsoft.com/office/drawing/2014/main" id="{D4BF168C-A471-4A97-B371-3FCADDF54222}"/>
              </a:ext>
            </a:extLst>
          </p:cNvPr>
          <p:cNvSpPr>
            <a:spLocks xmlns:a="http://schemas.openxmlformats.org/drawingml/2006/main" noGrp="1"/>
          </p:cNvSpPr>
          <p:nvPr/>
        </p:nvSpPr>
        <p:spPr>
          <a:xfrm xmlns:a="http://schemas.openxmlformats.org/drawingml/2006/main">
            <a:off x="609600" y="6096000"/>
            <a:ext cx="10620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D6D82"/>
                </a:solidFill>
                <a:latin typeface="Arial"/>
                <a:ea typeface="Arial"/>
                <a:cs typeface="Arial"/>
              </a:defRPr>
            </a:defPPr>
            <a:lvl1pPr>
              <a:defRPr sz="1575" b="0">
                <a:solidFill>
                  <a:srgbClr val="5D6D82"/>
                </a:solidFill>
                <a:latin typeface="Arial"/>
                <a:ea typeface="Arial"/>
                <a:cs typeface="Arial"/>
              </a:defRPr>
            </a:lvl1pPr>
            <a:lvl2pPr>
              <a:defRPr sz="1575" b="0">
                <a:solidFill>
                  <a:srgbClr val="5D6D82"/>
                </a:solidFill>
                <a:latin typeface="Arial"/>
                <a:ea typeface="Arial"/>
                <a:cs typeface="Arial"/>
              </a:defRPr>
            </a:lvl2pPr>
            <a:lvl3pPr>
              <a:defRPr sz="1575" b="0">
                <a:solidFill>
                  <a:srgbClr val="5D6D82"/>
                </a:solidFill>
                <a:latin typeface="Arial"/>
                <a:ea typeface="Arial"/>
                <a:cs typeface="Arial"/>
              </a:defRPr>
            </a:lvl3pPr>
            <a:lvl4pPr>
              <a:defRPr sz="1575" b="0">
                <a:solidFill>
                  <a:srgbClr val="5D6D82"/>
                </a:solidFill>
                <a:latin typeface="Arial"/>
                <a:ea typeface="Arial"/>
                <a:cs typeface="Arial"/>
              </a:defRPr>
            </a:lvl4pPr>
            <a:lvl5pPr>
              <a:defRPr sz="1575" b="0">
                <a:solidFill>
                  <a:srgbClr val="5D6D82"/>
                </a:solidFill>
                <a:latin typeface="Arial"/>
                <a:ea typeface="Arial"/>
                <a:cs typeface="Arial"/>
              </a:defRPr>
            </a:lvl5pPr>
            <a:lvl6pPr>
              <a:defRPr sz="1575" b="0">
                <a:solidFill>
                  <a:srgbClr val="5D6D82"/>
                </a:solidFill>
                <a:latin typeface="Arial"/>
                <a:ea typeface="Arial"/>
                <a:cs typeface="Arial"/>
              </a:defRPr>
            </a:lvl6pPr>
            <a:lvl7pPr>
              <a:defRPr sz="1575" b="0">
                <a:solidFill>
                  <a:srgbClr val="5D6D82"/>
                </a:solidFill>
                <a:latin typeface="Arial"/>
                <a:ea typeface="Arial"/>
                <a:cs typeface="Arial"/>
              </a:defRPr>
            </a:lvl7pPr>
            <a:lvl8pPr>
              <a:defRPr sz="1575" b="0">
                <a:solidFill>
                  <a:srgbClr val="5D6D82"/>
                </a:solidFill>
                <a:latin typeface="Arial"/>
                <a:ea typeface="Arial"/>
                <a:cs typeface="Arial"/>
              </a:defRPr>
            </a:lvl8pPr>
            <a:lvl9pPr>
              <a:defRPr sz="1575" b="0">
                <a:solidFill>
                  <a:srgbClr val="5D6D82"/>
                </a:solidFill>
                <a:latin typeface="Arial"/>
                <a:ea typeface="Arial"/>
                <a:cs typeface="Arial"/>
              </a:defRPr>
            </a:lvl9pPr>
          </a:lstStyle>
          <a:p xmlns:a="http://schemas.openxmlformats.org/drawingml/2006/main">
            <a:pPr>
              <a:defRPr sz="1575" b="0">
                <a:solidFill>
                  <a:srgbClr val="5D6D82"/>
                </a:solidFill>
                <a:latin typeface="Arial"/>
                <a:ea typeface="Arial"/>
                <a:cs typeface="Arial"/>
              </a:defRPr>
            </a:pPr>
            <a:r>
              <a:rPr sz="1575" b="0">
                <a:solidFill>
                  <a:srgbClr val="5D6D82"/>
                </a:solidFill>
                <a:latin typeface="Arial"/>
                <a:ea typeface="Arial"/>
                <a:cs typeface="Arial"/>
              </a:rPr>
              <a:t>Known development cases. No field-accuracy, reviewer-time or financial-savings claim.</a:t>
            </a:r>
          </a:p>
        </p:txBody>
      </p:sp>
    </p:spTree>
    <p:extLst>
      <p:ext uri="{BB962C8B-B14F-4D97-AF65-F5344CB8AC3E}">
        <p14:creationId xmlns:p14="http://schemas.microsoft.com/office/powerpoint/2010/main" val="285526411"/>
      </p:ext>
    </p:extLst>
  </p:cSld>
</p:sld>
</file>

<file path=ppt/slides/slide8.xml><?xml version="1.0" encoding="utf-8"?>
<p:sld xmlns:p="http://schemas.openxmlformats.org/presentationml/2006/main">
  <p:cSld>
    <p:bg>
      <p:bgPr>
        <a:solidFill xmlns:a="http://schemas.openxmlformats.org/drawingml/2006/main">
          <a:srgbClr val="101E33"/>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3D93863F-F42F-4323-9424-0D5BCB8A21BD}"/>
              </a:ext>
            </a:extLst>
          </p:cNvPr>
          <p:cNvSpPr>
            <a:spLocks xmlns:a="http://schemas.openxmlformats.org/drawingml/2006/main" noGrp="1"/>
          </p:cNvSpPr>
          <p:nvPr/>
        </p:nvSpPr>
        <p:spPr>
          <a:xfrm xmlns:a="http://schemas.openxmlformats.org/drawingml/2006/main">
            <a:off x="609600" y="552450"/>
            <a:ext cx="10858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 traceable handoff to a human.</a:t>
            </a:r>
          </a:p>
        </p:txBody>
      </p:sp>
      <p:sp>
        <p:nvSpPr>
          <p:cNvPr id="2" name="text">
            <a:extLst xmlns:a="http://schemas.openxmlformats.org/drawingml/2006/main">
              <a:ext uri="{FF2B5EF4-FFF2-40B4-BE49-F238E27FC236}">
                <a16:creationId xmlns:a16="http://schemas.microsoft.com/office/drawing/2014/main" id="{925B91EE-F5D9-435D-9548-7019EE297037}"/>
              </a:ext>
            </a:extLst>
          </p:cNvPr>
          <p:cNvSpPr>
            <a:spLocks xmlns:a="http://schemas.openxmlformats.org/drawingml/2006/main" noGrp="1"/>
          </p:cNvSpPr>
          <p:nvPr/>
        </p:nvSpPr>
        <p:spPr>
          <a:xfrm xmlns:a="http://schemas.openxmlformats.org/drawingml/2006/main">
            <a:off x="11049000"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ED7C"/>
                </a:solidFill>
                <a:latin typeface="Arial"/>
                <a:ea typeface="Arial"/>
                <a:cs typeface="Arial"/>
              </a:defRPr>
            </a:defPPr>
            <a:lvl1pPr>
              <a:defRPr sz="1200" b="0">
                <a:solidFill>
                  <a:srgbClr val="C3ED7C"/>
                </a:solidFill>
                <a:latin typeface="Arial"/>
                <a:ea typeface="Arial"/>
                <a:cs typeface="Arial"/>
              </a:defRPr>
            </a:lvl1pPr>
            <a:lvl2pPr>
              <a:defRPr sz="1200" b="0">
                <a:solidFill>
                  <a:srgbClr val="C3ED7C"/>
                </a:solidFill>
                <a:latin typeface="Arial"/>
                <a:ea typeface="Arial"/>
                <a:cs typeface="Arial"/>
              </a:defRPr>
            </a:lvl2pPr>
            <a:lvl3pPr>
              <a:defRPr sz="1200" b="0">
                <a:solidFill>
                  <a:srgbClr val="C3ED7C"/>
                </a:solidFill>
                <a:latin typeface="Arial"/>
                <a:ea typeface="Arial"/>
                <a:cs typeface="Arial"/>
              </a:defRPr>
            </a:lvl3pPr>
            <a:lvl4pPr>
              <a:defRPr sz="1200" b="0">
                <a:solidFill>
                  <a:srgbClr val="C3ED7C"/>
                </a:solidFill>
                <a:latin typeface="Arial"/>
                <a:ea typeface="Arial"/>
                <a:cs typeface="Arial"/>
              </a:defRPr>
            </a:lvl4pPr>
            <a:lvl5pPr>
              <a:defRPr sz="1200" b="0">
                <a:solidFill>
                  <a:srgbClr val="C3ED7C"/>
                </a:solidFill>
                <a:latin typeface="Arial"/>
                <a:ea typeface="Arial"/>
                <a:cs typeface="Arial"/>
              </a:defRPr>
            </a:lvl5pPr>
            <a:lvl6pPr>
              <a:defRPr sz="1200" b="0">
                <a:solidFill>
                  <a:srgbClr val="C3ED7C"/>
                </a:solidFill>
                <a:latin typeface="Arial"/>
                <a:ea typeface="Arial"/>
                <a:cs typeface="Arial"/>
              </a:defRPr>
            </a:lvl6pPr>
            <a:lvl7pPr>
              <a:defRPr sz="1200" b="0">
                <a:solidFill>
                  <a:srgbClr val="C3ED7C"/>
                </a:solidFill>
                <a:latin typeface="Arial"/>
                <a:ea typeface="Arial"/>
                <a:cs typeface="Arial"/>
              </a:defRPr>
            </a:lvl7pPr>
            <a:lvl8pPr>
              <a:defRPr sz="1200" b="0">
                <a:solidFill>
                  <a:srgbClr val="C3ED7C"/>
                </a:solidFill>
                <a:latin typeface="Arial"/>
                <a:ea typeface="Arial"/>
                <a:cs typeface="Arial"/>
              </a:defRPr>
            </a:lvl8pPr>
            <a:lvl9pPr>
              <a:defRPr sz="1200" b="0">
                <a:solidFill>
                  <a:srgbClr val="C3ED7C"/>
                </a:solidFill>
                <a:latin typeface="Arial"/>
                <a:ea typeface="Arial"/>
                <a:cs typeface="Arial"/>
              </a:defRPr>
            </a:lvl9pPr>
          </a:lstStyle>
          <a:p xmlns:a="http://schemas.openxmlformats.org/drawingml/2006/main">
            <a:pPr>
              <a:defRPr sz="1200" b="0">
                <a:solidFill>
                  <a:srgbClr val="C3ED7C"/>
                </a:solidFill>
                <a:latin typeface="Arial"/>
                <a:ea typeface="Arial"/>
                <a:cs typeface="Arial"/>
              </a:defRPr>
            </a:pPr>
            <a:r>
              <a:rPr sz="1200" b="0">
                <a:solidFill>
                  <a:srgbClr val="C3ED7C"/>
                </a:solidFill>
                <a:latin typeface="Arial"/>
                <a:ea typeface="Arial"/>
                <a:cs typeface="Arial"/>
              </a:rPr>
              <a:t>08</a:t>
            </a:r>
          </a:p>
        </p:txBody>
      </p:sp>
      <p:sp>
        <p:nvSpPr>
          <p:cNvPr id="3" name="text">
            <a:extLst xmlns:a="http://schemas.openxmlformats.org/drawingml/2006/main">
              <a:ext uri="{FF2B5EF4-FFF2-40B4-BE49-F238E27FC236}">
                <a16:creationId xmlns:a16="http://schemas.microsoft.com/office/drawing/2014/main" id="{35513682-E23D-4EC5-8DB6-EE00A9E7F9E6}"/>
              </a:ext>
            </a:extLst>
          </p:cNvPr>
          <p:cNvSpPr>
            <a:spLocks xmlns:a="http://schemas.openxmlformats.org/drawingml/2006/main" noGrp="1"/>
          </p:cNvSpPr>
          <p:nvPr/>
        </p:nvSpPr>
        <p:spPr>
          <a:xfrm xmlns:a="http://schemas.openxmlformats.org/drawingml/2006/main">
            <a:off x="609600" y="18669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FFFFFF"/>
                </a:solidFill>
                <a:latin typeface="Arial"/>
                <a:ea typeface="Arial"/>
                <a:cs typeface="Arial"/>
              </a:defRPr>
            </a:defPPr>
            <a:lvl1pPr>
              <a:defRPr sz="4050" b="1">
                <a:solidFill>
                  <a:srgbClr val="FFFFFF"/>
                </a:solidFill>
                <a:latin typeface="Arial"/>
                <a:ea typeface="Arial"/>
                <a:cs typeface="Arial"/>
              </a:defRPr>
            </a:lvl1pPr>
            <a:lvl2pPr>
              <a:defRPr sz="4050" b="1">
                <a:solidFill>
                  <a:srgbClr val="FFFFFF"/>
                </a:solidFill>
                <a:latin typeface="Arial"/>
                <a:ea typeface="Arial"/>
                <a:cs typeface="Arial"/>
              </a:defRPr>
            </a:lvl2pPr>
            <a:lvl3pPr>
              <a:defRPr sz="4050" b="1">
                <a:solidFill>
                  <a:srgbClr val="FFFFFF"/>
                </a:solidFill>
                <a:latin typeface="Arial"/>
                <a:ea typeface="Arial"/>
                <a:cs typeface="Arial"/>
              </a:defRPr>
            </a:lvl3pPr>
            <a:lvl4pPr>
              <a:defRPr sz="4050" b="1">
                <a:solidFill>
                  <a:srgbClr val="FFFFFF"/>
                </a:solidFill>
                <a:latin typeface="Arial"/>
                <a:ea typeface="Arial"/>
                <a:cs typeface="Arial"/>
              </a:defRPr>
            </a:lvl4pPr>
            <a:lvl5pPr>
              <a:defRPr sz="4050" b="1">
                <a:solidFill>
                  <a:srgbClr val="FFFFFF"/>
                </a:solidFill>
                <a:latin typeface="Arial"/>
                <a:ea typeface="Arial"/>
                <a:cs typeface="Arial"/>
              </a:defRPr>
            </a:lvl5pPr>
            <a:lvl6pPr>
              <a:defRPr sz="4050" b="1">
                <a:solidFill>
                  <a:srgbClr val="FFFFFF"/>
                </a:solidFill>
                <a:latin typeface="Arial"/>
                <a:ea typeface="Arial"/>
                <a:cs typeface="Arial"/>
              </a:defRPr>
            </a:lvl6pPr>
            <a:lvl7pPr>
              <a:defRPr sz="4050" b="1">
                <a:solidFill>
                  <a:srgbClr val="FFFFFF"/>
                </a:solidFill>
                <a:latin typeface="Arial"/>
                <a:ea typeface="Arial"/>
                <a:cs typeface="Arial"/>
              </a:defRPr>
            </a:lvl7pPr>
            <a:lvl8pPr>
              <a:defRPr sz="4050" b="1">
                <a:solidFill>
                  <a:srgbClr val="FFFFFF"/>
                </a:solidFill>
                <a:latin typeface="Arial"/>
                <a:ea typeface="Arial"/>
                <a:cs typeface="Arial"/>
              </a:defRPr>
            </a:lvl8pPr>
            <a:lvl9pPr>
              <a:defRPr sz="4050" b="1">
                <a:solidFill>
                  <a:srgbClr val="FFFFFF"/>
                </a:solidFill>
                <a:latin typeface="Arial"/>
                <a:ea typeface="Arial"/>
                <a:cs typeface="Arial"/>
              </a:defRPr>
            </a:lvl9pPr>
          </a:lstStyle>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Evidence-backed recommendations.</a:t>
            </a:r>
          </a:p>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Human-owned decisions.</a:t>
            </a:r>
          </a:p>
        </p:txBody>
      </p:sp>
      <p:sp>
        <p:nvSpPr>
          <p:cNvPr id="4" name="">
            <a:extLst xmlns:a="http://schemas.openxmlformats.org/drawingml/2006/main">
              <a:ext uri="{FF2B5EF4-FFF2-40B4-BE49-F238E27FC236}">
                <a16:creationId xmlns:a16="http://schemas.microsoft.com/office/drawing/2014/main" id="{64DDDDD6-4F77-4A87-B749-B83383AC8F24}"/>
              </a:ext>
            </a:extLst>
          </p:cNvPr>
          <p:cNvSpPr>
            <a:spLocks xmlns:a="http://schemas.openxmlformats.org/drawingml/2006/main" noGrp="1"/>
          </p:cNvSpPr>
          <p:nvPr/>
        </p:nvSpPr>
        <p:spPr>
          <a:xfrm xmlns:a="http://schemas.openxmlformats.org/drawingml/2006/main">
            <a:off x="609600" y="3933825"/>
            <a:ext cx="3238500" cy="14288"/>
          </a:xfrm>
          <a:prstGeom xmlns:a="http://schemas.openxmlformats.org/drawingml/2006/main" prst="rect">
            <a:avLst/>
          </a:prstGeom>
          <a:solidFill xmlns:a="http://schemas.openxmlformats.org/drawingml/2006/main">
            <a:srgbClr val="41566F"/>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F9674283-C209-4ADF-85CA-E129E251EB06}"/>
              </a:ext>
            </a:extLst>
          </p:cNvPr>
          <p:cNvSpPr>
            <a:spLocks xmlns:a="http://schemas.openxmlformats.org/drawingml/2006/main" noGrp="1"/>
          </p:cNvSpPr>
          <p:nvPr/>
        </p:nvSpPr>
        <p:spPr>
          <a:xfrm xmlns:a="http://schemas.openxmlformats.org/drawingml/2006/main">
            <a:off x="609600" y="42100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C3ED7C"/>
                </a:solidFill>
                <a:latin typeface="Arial"/>
                <a:ea typeface="Arial"/>
                <a:cs typeface="Arial"/>
              </a:defRPr>
            </a:defPPr>
            <a:lvl1pPr>
              <a:defRPr sz="1425" b="1">
                <a:solidFill>
                  <a:srgbClr val="C3ED7C"/>
                </a:solidFill>
                <a:latin typeface="Arial"/>
                <a:ea typeface="Arial"/>
                <a:cs typeface="Arial"/>
              </a:defRPr>
            </a:lvl1pPr>
            <a:lvl2pPr>
              <a:defRPr sz="1425" b="1">
                <a:solidFill>
                  <a:srgbClr val="C3ED7C"/>
                </a:solidFill>
                <a:latin typeface="Arial"/>
                <a:ea typeface="Arial"/>
                <a:cs typeface="Arial"/>
              </a:defRPr>
            </a:lvl2pPr>
            <a:lvl3pPr>
              <a:defRPr sz="1425" b="1">
                <a:solidFill>
                  <a:srgbClr val="C3ED7C"/>
                </a:solidFill>
                <a:latin typeface="Arial"/>
                <a:ea typeface="Arial"/>
                <a:cs typeface="Arial"/>
              </a:defRPr>
            </a:lvl3pPr>
            <a:lvl4pPr>
              <a:defRPr sz="1425" b="1">
                <a:solidFill>
                  <a:srgbClr val="C3ED7C"/>
                </a:solidFill>
                <a:latin typeface="Arial"/>
                <a:ea typeface="Arial"/>
                <a:cs typeface="Arial"/>
              </a:defRPr>
            </a:lvl4pPr>
            <a:lvl5pPr>
              <a:defRPr sz="1425" b="1">
                <a:solidFill>
                  <a:srgbClr val="C3ED7C"/>
                </a:solidFill>
                <a:latin typeface="Arial"/>
                <a:ea typeface="Arial"/>
                <a:cs typeface="Arial"/>
              </a:defRPr>
            </a:lvl5pPr>
            <a:lvl6pPr>
              <a:defRPr sz="1425" b="1">
                <a:solidFill>
                  <a:srgbClr val="C3ED7C"/>
                </a:solidFill>
                <a:latin typeface="Arial"/>
                <a:ea typeface="Arial"/>
                <a:cs typeface="Arial"/>
              </a:defRPr>
            </a:lvl6pPr>
            <a:lvl7pPr>
              <a:defRPr sz="1425" b="1">
                <a:solidFill>
                  <a:srgbClr val="C3ED7C"/>
                </a:solidFill>
                <a:latin typeface="Arial"/>
                <a:ea typeface="Arial"/>
                <a:cs typeface="Arial"/>
              </a:defRPr>
            </a:lvl7pPr>
            <a:lvl8pPr>
              <a:defRPr sz="1425" b="1">
                <a:solidFill>
                  <a:srgbClr val="C3ED7C"/>
                </a:solidFill>
                <a:latin typeface="Arial"/>
                <a:ea typeface="Arial"/>
                <a:cs typeface="Arial"/>
              </a:defRPr>
            </a:lvl8pPr>
            <a:lvl9pPr>
              <a:defRPr sz="1425" b="1">
                <a:solidFill>
                  <a:srgbClr val="C3ED7C"/>
                </a:solidFill>
                <a:latin typeface="Arial"/>
                <a:ea typeface="Arial"/>
                <a:cs typeface="Arial"/>
              </a:defRPr>
            </a:lvl9pPr>
          </a:lstStyle>
          <a:p xmlns:a="http://schemas.openxmlformats.org/drawingml/2006/main">
            <a:pPr>
              <a:defRPr sz="1425" b="1">
                <a:solidFill>
                  <a:srgbClr val="C3ED7C"/>
                </a:solidFill>
                <a:latin typeface="Arial"/>
                <a:ea typeface="Arial"/>
                <a:cs typeface="Arial"/>
              </a:defRPr>
            </a:pPr>
            <a:r>
              <a:rPr sz="1425" b="1">
                <a:solidFill>
                  <a:srgbClr val="C3ED7C"/>
                </a:solidFill>
                <a:latin typeface="Arial"/>
                <a:ea typeface="Arial"/>
                <a:cs typeface="Arial"/>
              </a:rPr>
              <a:t>IMPLEMENTED</a:t>
            </a:r>
          </a:p>
        </p:txBody>
      </p:sp>
      <p:sp>
        <p:nvSpPr>
          <p:cNvPr id="6" name="text">
            <a:extLst xmlns:a="http://schemas.openxmlformats.org/drawingml/2006/main">
              <a:ext uri="{FF2B5EF4-FFF2-40B4-BE49-F238E27FC236}">
                <a16:creationId xmlns:a16="http://schemas.microsoft.com/office/drawing/2014/main" id="{883A3716-CC1F-42B7-88D0-63A9AE3C362D}"/>
              </a:ext>
            </a:extLst>
          </p:cNvPr>
          <p:cNvSpPr>
            <a:spLocks xmlns:a="http://schemas.openxmlformats.org/drawingml/2006/main" noGrp="1"/>
          </p:cNvSpPr>
          <p:nvPr/>
        </p:nvSpPr>
        <p:spPr>
          <a:xfrm xmlns:a="http://schemas.openxmlformats.org/drawingml/2006/main">
            <a:off x="609600" y="4705350"/>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7C7DB"/>
                </a:solidFill>
                <a:latin typeface="Arial"/>
                <a:ea typeface="Arial"/>
                <a:cs typeface="Arial"/>
              </a:defRPr>
            </a:defPPr>
            <a:lvl1pPr>
              <a:defRPr sz="1800" b="0">
                <a:solidFill>
                  <a:srgbClr val="B7C7DB"/>
                </a:solidFill>
                <a:latin typeface="Arial"/>
                <a:ea typeface="Arial"/>
                <a:cs typeface="Arial"/>
              </a:defRPr>
            </a:lvl1pPr>
            <a:lvl2pPr>
              <a:defRPr sz="1800" b="0">
                <a:solidFill>
                  <a:srgbClr val="B7C7DB"/>
                </a:solidFill>
                <a:latin typeface="Arial"/>
                <a:ea typeface="Arial"/>
                <a:cs typeface="Arial"/>
              </a:defRPr>
            </a:lvl2pPr>
            <a:lvl3pPr>
              <a:defRPr sz="1800" b="0">
                <a:solidFill>
                  <a:srgbClr val="B7C7DB"/>
                </a:solidFill>
                <a:latin typeface="Arial"/>
                <a:ea typeface="Arial"/>
                <a:cs typeface="Arial"/>
              </a:defRPr>
            </a:lvl3pPr>
            <a:lvl4pPr>
              <a:defRPr sz="1800" b="0">
                <a:solidFill>
                  <a:srgbClr val="B7C7DB"/>
                </a:solidFill>
                <a:latin typeface="Arial"/>
                <a:ea typeface="Arial"/>
                <a:cs typeface="Arial"/>
              </a:defRPr>
            </a:lvl4pPr>
            <a:lvl5pPr>
              <a:defRPr sz="1800" b="0">
                <a:solidFill>
                  <a:srgbClr val="B7C7DB"/>
                </a:solidFill>
                <a:latin typeface="Arial"/>
                <a:ea typeface="Arial"/>
                <a:cs typeface="Arial"/>
              </a:defRPr>
            </a:lvl5pPr>
            <a:lvl6pPr>
              <a:defRPr sz="1800" b="0">
                <a:solidFill>
                  <a:srgbClr val="B7C7DB"/>
                </a:solidFill>
                <a:latin typeface="Arial"/>
                <a:ea typeface="Arial"/>
                <a:cs typeface="Arial"/>
              </a:defRPr>
            </a:lvl6pPr>
            <a:lvl7pPr>
              <a:defRPr sz="1800" b="0">
                <a:solidFill>
                  <a:srgbClr val="B7C7DB"/>
                </a:solidFill>
                <a:latin typeface="Arial"/>
                <a:ea typeface="Arial"/>
                <a:cs typeface="Arial"/>
              </a:defRPr>
            </a:lvl7pPr>
            <a:lvl8pPr>
              <a:defRPr sz="1800" b="0">
                <a:solidFill>
                  <a:srgbClr val="B7C7DB"/>
                </a:solidFill>
                <a:latin typeface="Arial"/>
                <a:ea typeface="Arial"/>
                <a:cs typeface="Arial"/>
              </a:defRPr>
            </a:lvl8pPr>
            <a:lvl9pPr>
              <a:defRPr sz="1800" b="0">
                <a:solidFill>
                  <a:srgbClr val="B7C7DB"/>
                </a:solidFill>
                <a:latin typeface="Arial"/>
                <a:ea typeface="Arial"/>
                <a:cs typeface="Arial"/>
              </a:defRPr>
            </a:lvl9pPr>
          </a:lstStyle>
          <a:p xmlns:a="http://schemas.openxmlformats.org/drawingml/2006/main">
            <a:pPr>
              <a:defRPr sz="1800" b="0">
                <a:solidFill>
                  <a:srgbClr val="B7C7DB"/>
                </a:solidFill>
                <a:latin typeface="Arial"/>
                <a:ea typeface="Arial"/>
                <a:cs typeface="Arial"/>
              </a:defRPr>
            </a:pPr>
            <a:r>
              <a:rPr sz="1800" b="0">
                <a:solidFill>
                  <a:srgbClr val="B7C7DB"/>
                </a:solidFill>
                <a:latin typeface="Arial"/>
                <a:ea typeface="Arial"/>
                <a:cs typeface="Arial"/>
              </a:rPr>
              <a:t>Case recovery and lifecycle</a:t>
            </a:r>
          </a:p>
          <a:p xmlns:a="http://schemas.openxmlformats.org/drawingml/2006/main">
            <a:pPr>
              <a:defRPr sz="1800" b="0">
                <a:solidFill>
                  <a:srgbClr val="B7C7DB"/>
                </a:solidFill>
                <a:latin typeface="Arial"/>
                <a:ea typeface="Arial"/>
                <a:cs typeface="Arial"/>
              </a:defRPr>
            </a:pPr>
            <a:r>
              <a:rPr sz="1800" b="0">
                <a:solidFill>
                  <a:srgbClr val="B7C7DB"/>
                </a:solidFill>
                <a:latin typeface="Arial"/>
                <a:ea typeface="Arial"/>
                <a:cs typeface="Arial"/>
              </a:rPr>
              <a:t>Independent accounting critic</a:t>
            </a:r>
          </a:p>
          <a:p xmlns:a="http://schemas.openxmlformats.org/drawingml/2006/main">
            <a:pPr>
              <a:defRPr sz="1800" b="0">
                <a:solidFill>
                  <a:srgbClr val="B7C7DB"/>
                </a:solidFill>
                <a:latin typeface="Arial"/>
                <a:ea typeface="Arial"/>
                <a:cs typeface="Arial"/>
              </a:defRPr>
            </a:pPr>
            <a:r>
              <a:rPr sz="1800" b="0">
                <a:solidFill>
                  <a:srgbClr val="B7C7DB"/>
                </a:solidFill>
                <a:latin typeface="Arial"/>
                <a:ea typeface="Arial"/>
                <a:cs typeface="Arial"/>
              </a:rPr>
              <a:t>Recorded real model planning</a:t>
            </a:r>
          </a:p>
        </p:txBody>
      </p:sp>
      <p:sp>
        <p:nvSpPr>
          <p:cNvPr id="7" name="">
            <a:extLst xmlns:a="http://schemas.openxmlformats.org/drawingml/2006/main">
              <a:ext uri="{FF2B5EF4-FFF2-40B4-BE49-F238E27FC236}">
                <a16:creationId xmlns:a16="http://schemas.microsoft.com/office/drawing/2014/main" id="{945F9DD0-7619-4215-8549-6DA7AADBA6DB}"/>
              </a:ext>
            </a:extLst>
          </p:cNvPr>
          <p:cNvSpPr>
            <a:spLocks xmlns:a="http://schemas.openxmlformats.org/drawingml/2006/main" noGrp="1"/>
          </p:cNvSpPr>
          <p:nvPr/>
        </p:nvSpPr>
        <p:spPr>
          <a:xfrm xmlns:a="http://schemas.openxmlformats.org/drawingml/2006/main">
            <a:off x="4362450" y="3933825"/>
            <a:ext cx="3238500" cy="14288"/>
          </a:xfrm>
          <a:prstGeom xmlns:a="http://schemas.openxmlformats.org/drawingml/2006/main" prst="rect">
            <a:avLst/>
          </a:prstGeom>
          <a:solidFill xmlns:a="http://schemas.openxmlformats.org/drawingml/2006/main">
            <a:srgbClr val="41566F"/>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4E8E3B1-F760-4279-8FEC-C7FD66524967}"/>
              </a:ext>
            </a:extLst>
          </p:cNvPr>
          <p:cNvSpPr>
            <a:spLocks xmlns:a="http://schemas.openxmlformats.org/drawingml/2006/main" noGrp="1"/>
          </p:cNvSpPr>
          <p:nvPr/>
        </p:nvSpPr>
        <p:spPr>
          <a:xfrm xmlns:a="http://schemas.openxmlformats.org/drawingml/2006/main">
            <a:off x="4362450" y="42100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C3ED7C"/>
                </a:solidFill>
                <a:latin typeface="Arial"/>
                <a:ea typeface="Arial"/>
                <a:cs typeface="Arial"/>
              </a:defRPr>
            </a:defPPr>
            <a:lvl1pPr>
              <a:defRPr sz="1425" b="1">
                <a:solidFill>
                  <a:srgbClr val="C3ED7C"/>
                </a:solidFill>
                <a:latin typeface="Arial"/>
                <a:ea typeface="Arial"/>
                <a:cs typeface="Arial"/>
              </a:defRPr>
            </a:lvl1pPr>
            <a:lvl2pPr>
              <a:defRPr sz="1425" b="1">
                <a:solidFill>
                  <a:srgbClr val="C3ED7C"/>
                </a:solidFill>
                <a:latin typeface="Arial"/>
                <a:ea typeface="Arial"/>
                <a:cs typeface="Arial"/>
              </a:defRPr>
            </a:lvl2pPr>
            <a:lvl3pPr>
              <a:defRPr sz="1425" b="1">
                <a:solidFill>
                  <a:srgbClr val="C3ED7C"/>
                </a:solidFill>
                <a:latin typeface="Arial"/>
                <a:ea typeface="Arial"/>
                <a:cs typeface="Arial"/>
              </a:defRPr>
            </a:lvl3pPr>
            <a:lvl4pPr>
              <a:defRPr sz="1425" b="1">
                <a:solidFill>
                  <a:srgbClr val="C3ED7C"/>
                </a:solidFill>
                <a:latin typeface="Arial"/>
                <a:ea typeface="Arial"/>
                <a:cs typeface="Arial"/>
              </a:defRPr>
            </a:lvl4pPr>
            <a:lvl5pPr>
              <a:defRPr sz="1425" b="1">
                <a:solidFill>
                  <a:srgbClr val="C3ED7C"/>
                </a:solidFill>
                <a:latin typeface="Arial"/>
                <a:ea typeface="Arial"/>
                <a:cs typeface="Arial"/>
              </a:defRPr>
            </a:lvl5pPr>
            <a:lvl6pPr>
              <a:defRPr sz="1425" b="1">
                <a:solidFill>
                  <a:srgbClr val="C3ED7C"/>
                </a:solidFill>
                <a:latin typeface="Arial"/>
                <a:ea typeface="Arial"/>
                <a:cs typeface="Arial"/>
              </a:defRPr>
            </a:lvl6pPr>
            <a:lvl7pPr>
              <a:defRPr sz="1425" b="1">
                <a:solidFill>
                  <a:srgbClr val="C3ED7C"/>
                </a:solidFill>
                <a:latin typeface="Arial"/>
                <a:ea typeface="Arial"/>
                <a:cs typeface="Arial"/>
              </a:defRPr>
            </a:lvl7pPr>
            <a:lvl8pPr>
              <a:defRPr sz="1425" b="1">
                <a:solidFill>
                  <a:srgbClr val="C3ED7C"/>
                </a:solidFill>
                <a:latin typeface="Arial"/>
                <a:ea typeface="Arial"/>
                <a:cs typeface="Arial"/>
              </a:defRPr>
            </a:lvl8pPr>
            <a:lvl9pPr>
              <a:defRPr sz="1425" b="1">
                <a:solidFill>
                  <a:srgbClr val="C3ED7C"/>
                </a:solidFill>
                <a:latin typeface="Arial"/>
                <a:ea typeface="Arial"/>
                <a:cs typeface="Arial"/>
              </a:defRPr>
            </a:lvl9pPr>
          </a:lstStyle>
          <a:p xmlns:a="http://schemas.openxmlformats.org/drawingml/2006/main">
            <a:pPr>
              <a:defRPr sz="1425" b="1">
                <a:solidFill>
                  <a:srgbClr val="C3ED7C"/>
                </a:solidFill>
                <a:latin typeface="Arial"/>
                <a:ea typeface="Arial"/>
                <a:cs typeface="Arial"/>
              </a:defRPr>
            </a:pPr>
            <a:r>
              <a:rPr sz="1425" b="1">
                <a:solidFill>
                  <a:srgbClr val="C3ED7C"/>
                </a:solidFill>
                <a:latin typeface="Arial"/>
                <a:ea typeface="Arial"/>
                <a:cs typeface="Arial"/>
              </a:rPr>
              <a:t>SIMULATED</a:t>
            </a:r>
          </a:p>
        </p:txBody>
      </p:sp>
      <p:sp>
        <p:nvSpPr>
          <p:cNvPr id="9" name="text">
            <a:extLst xmlns:a="http://schemas.openxmlformats.org/drawingml/2006/main">
              <a:ext uri="{FF2B5EF4-FFF2-40B4-BE49-F238E27FC236}">
                <a16:creationId xmlns:a16="http://schemas.microsoft.com/office/drawing/2014/main" id="{581FC378-B6E4-41D5-A505-F2410C23E783}"/>
              </a:ext>
            </a:extLst>
          </p:cNvPr>
          <p:cNvSpPr>
            <a:spLocks xmlns:a="http://schemas.openxmlformats.org/drawingml/2006/main" noGrp="1"/>
          </p:cNvSpPr>
          <p:nvPr/>
        </p:nvSpPr>
        <p:spPr>
          <a:xfrm xmlns:a="http://schemas.openxmlformats.org/drawingml/2006/main">
            <a:off x="4362450" y="4705350"/>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7C7DB"/>
                </a:solidFill>
                <a:latin typeface="Arial"/>
                <a:ea typeface="Arial"/>
                <a:cs typeface="Arial"/>
              </a:defRPr>
            </a:defPPr>
            <a:lvl1pPr>
              <a:defRPr sz="1800" b="0">
                <a:solidFill>
                  <a:srgbClr val="B7C7DB"/>
                </a:solidFill>
                <a:latin typeface="Arial"/>
                <a:ea typeface="Arial"/>
                <a:cs typeface="Arial"/>
              </a:defRPr>
            </a:lvl1pPr>
            <a:lvl2pPr>
              <a:defRPr sz="1800" b="0">
                <a:solidFill>
                  <a:srgbClr val="B7C7DB"/>
                </a:solidFill>
                <a:latin typeface="Arial"/>
                <a:ea typeface="Arial"/>
                <a:cs typeface="Arial"/>
              </a:defRPr>
            </a:lvl2pPr>
            <a:lvl3pPr>
              <a:defRPr sz="1800" b="0">
                <a:solidFill>
                  <a:srgbClr val="B7C7DB"/>
                </a:solidFill>
                <a:latin typeface="Arial"/>
                <a:ea typeface="Arial"/>
                <a:cs typeface="Arial"/>
              </a:defRPr>
            </a:lvl3pPr>
            <a:lvl4pPr>
              <a:defRPr sz="1800" b="0">
                <a:solidFill>
                  <a:srgbClr val="B7C7DB"/>
                </a:solidFill>
                <a:latin typeface="Arial"/>
                <a:ea typeface="Arial"/>
                <a:cs typeface="Arial"/>
              </a:defRPr>
            </a:lvl4pPr>
            <a:lvl5pPr>
              <a:defRPr sz="1800" b="0">
                <a:solidFill>
                  <a:srgbClr val="B7C7DB"/>
                </a:solidFill>
                <a:latin typeface="Arial"/>
                <a:ea typeface="Arial"/>
                <a:cs typeface="Arial"/>
              </a:defRPr>
            </a:lvl5pPr>
            <a:lvl6pPr>
              <a:defRPr sz="1800" b="0">
                <a:solidFill>
                  <a:srgbClr val="B7C7DB"/>
                </a:solidFill>
                <a:latin typeface="Arial"/>
                <a:ea typeface="Arial"/>
                <a:cs typeface="Arial"/>
              </a:defRPr>
            </a:lvl6pPr>
            <a:lvl7pPr>
              <a:defRPr sz="1800" b="0">
                <a:solidFill>
                  <a:srgbClr val="B7C7DB"/>
                </a:solidFill>
                <a:latin typeface="Arial"/>
                <a:ea typeface="Arial"/>
                <a:cs typeface="Arial"/>
              </a:defRPr>
            </a:lvl7pPr>
            <a:lvl8pPr>
              <a:defRPr sz="1800" b="0">
                <a:solidFill>
                  <a:srgbClr val="B7C7DB"/>
                </a:solidFill>
                <a:latin typeface="Arial"/>
                <a:ea typeface="Arial"/>
                <a:cs typeface="Arial"/>
              </a:defRPr>
            </a:lvl8pPr>
            <a:lvl9pPr>
              <a:defRPr sz="1800" b="0">
                <a:solidFill>
                  <a:srgbClr val="B7C7DB"/>
                </a:solidFill>
                <a:latin typeface="Arial"/>
                <a:ea typeface="Arial"/>
                <a:cs typeface="Arial"/>
              </a:defRPr>
            </a:lvl9pPr>
          </a:lstStyle>
          <a:p xmlns:a="http://schemas.openxmlformats.org/drawingml/2006/main">
            <a:pPr>
              <a:defRPr sz="1800" b="0">
                <a:solidFill>
                  <a:srgbClr val="B7C7DB"/>
                </a:solidFill>
                <a:latin typeface="Arial"/>
                <a:ea typeface="Arial"/>
                <a:cs typeface="Arial"/>
              </a:defRPr>
            </a:pPr>
            <a:r>
              <a:rPr sz="1800" b="0">
                <a:solidFill>
                  <a:srgbClr val="B7C7DB"/>
                </a:solidFill>
                <a:latin typeface="Arial"/>
                <a:ea typeface="Arial"/>
                <a:cs typeface="Arial"/>
              </a:rPr>
              <a:t>Warehouse and procurement sources</a:t>
            </a:r>
          </a:p>
          <a:p xmlns:a="http://schemas.openxmlformats.org/drawingml/2006/main">
            <a:pPr>
              <a:defRPr sz="1800" b="0">
                <a:solidFill>
                  <a:srgbClr val="B7C7DB"/>
                </a:solidFill>
                <a:latin typeface="Arial"/>
                <a:ea typeface="Arial"/>
                <a:cs typeface="Arial"/>
              </a:defRPr>
            </a:pPr>
            <a:r>
              <a:rPr sz="1800" b="0">
                <a:solidFill>
                  <a:srgbClr val="B7C7DB"/>
                </a:solidFill>
                <a:latin typeface="Arial"/>
                <a:ea typeface="Arial"/>
                <a:cs typeface="Arial"/>
              </a:rPr>
              <a:t>Selectable reviewer identities</a:t>
            </a:r>
          </a:p>
          <a:p xmlns:a="http://schemas.openxmlformats.org/drawingml/2006/main">
            <a:pPr>
              <a:defRPr sz="1800" b="0">
                <a:solidFill>
                  <a:srgbClr val="B7C7DB"/>
                </a:solidFill>
                <a:latin typeface="Arial"/>
                <a:ea typeface="Arial"/>
                <a:cs typeface="Arial"/>
              </a:defRPr>
            </a:pPr>
            <a:r>
              <a:rPr sz="1800" b="0">
                <a:solidFill>
                  <a:srgbClr val="B7C7DB"/>
                </a:solidFill>
                <a:latin typeface="Arial"/>
                <a:ea typeface="Arial"/>
                <a:cs typeface="Arial"/>
              </a:rPr>
              <a:t>No payment capability</a:t>
            </a:r>
          </a:p>
        </p:txBody>
      </p:sp>
      <p:sp>
        <p:nvSpPr>
          <p:cNvPr id="10" name="">
            <a:extLst xmlns:a="http://schemas.openxmlformats.org/drawingml/2006/main">
              <a:ext uri="{FF2B5EF4-FFF2-40B4-BE49-F238E27FC236}">
                <a16:creationId xmlns:a16="http://schemas.microsoft.com/office/drawing/2014/main" id="{969CE209-968C-4496-BF90-A8543683808F}"/>
              </a:ext>
            </a:extLst>
          </p:cNvPr>
          <p:cNvSpPr>
            <a:spLocks xmlns:a="http://schemas.openxmlformats.org/drawingml/2006/main" noGrp="1"/>
          </p:cNvSpPr>
          <p:nvPr/>
        </p:nvSpPr>
        <p:spPr>
          <a:xfrm xmlns:a="http://schemas.openxmlformats.org/drawingml/2006/main">
            <a:off x="8115300" y="3933825"/>
            <a:ext cx="3238500" cy="14288"/>
          </a:xfrm>
          <a:prstGeom xmlns:a="http://schemas.openxmlformats.org/drawingml/2006/main" prst="rect">
            <a:avLst/>
          </a:prstGeom>
          <a:solidFill xmlns:a="http://schemas.openxmlformats.org/drawingml/2006/main">
            <a:srgbClr val="41566F"/>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42A3A48-E665-4E4B-81EC-85F7EB2AF829}"/>
              </a:ext>
            </a:extLst>
          </p:cNvPr>
          <p:cNvSpPr>
            <a:spLocks xmlns:a="http://schemas.openxmlformats.org/drawingml/2006/main" noGrp="1"/>
          </p:cNvSpPr>
          <p:nvPr/>
        </p:nvSpPr>
        <p:spPr>
          <a:xfrm xmlns:a="http://schemas.openxmlformats.org/drawingml/2006/main">
            <a:off x="8115300" y="42100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C3ED7C"/>
                </a:solidFill>
                <a:latin typeface="Arial"/>
                <a:ea typeface="Arial"/>
                <a:cs typeface="Arial"/>
              </a:defRPr>
            </a:defPPr>
            <a:lvl1pPr>
              <a:defRPr sz="1425" b="1">
                <a:solidFill>
                  <a:srgbClr val="C3ED7C"/>
                </a:solidFill>
                <a:latin typeface="Arial"/>
                <a:ea typeface="Arial"/>
                <a:cs typeface="Arial"/>
              </a:defRPr>
            </a:lvl1pPr>
            <a:lvl2pPr>
              <a:defRPr sz="1425" b="1">
                <a:solidFill>
                  <a:srgbClr val="C3ED7C"/>
                </a:solidFill>
                <a:latin typeface="Arial"/>
                <a:ea typeface="Arial"/>
                <a:cs typeface="Arial"/>
              </a:defRPr>
            </a:lvl2pPr>
            <a:lvl3pPr>
              <a:defRPr sz="1425" b="1">
                <a:solidFill>
                  <a:srgbClr val="C3ED7C"/>
                </a:solidFill>
                <a:latin typeface="Arial"/>
                <a:ea typeface="Arial"/>
                <a:cs typeface="Arial"/>
              </a:defRPr>
            </a:lvl3pPr>
            <a:lvl4pPr>
              <a:defRPr sz="1425" b="1">
                <a:solidFill>
                  <a:srgbClr val="C3ED7C"/>
                </a:solidFill>
                <a:latin typeface="Arial"/>
                <a:ea typeface="Arial"/>
                <a:cs typeface="Arial"/>
              </a:defRPr>
            </a:lvl4pPr>
            <a:lvl5pPr>
              <a:defRPr sz="1425" b="1">
                <a:solidFill>
                  <a:srgbClr val="C3ED7C"/>
                </a:solidFill>
                <a:latin typeface="Arial"/>
                <a:ea typeface="Arial"/>
                <a:cs typeface="Arial"/>
              </a:defRPr>
            </a:lvl5pPr>
            <a:lvl6pPr>
              <a:defRPr sz="1425" b="1">
                <a:solidFill>
                  <a:srgbClr val="C3ED7C"/>
                </a:solidFill>
                <a:latin typeface="Arial"/>
                <a:ea typeface="Arial"/>
                <a:cs typeface="Arial"/>
              </a:defRPr>
            </a:lvl6pPr>
            <a:lvl7pPr>
              <a:defRPr sz="1425" b="1">
                <a:solidFill>
                  <a:srgbClr val="C3ED7C"/>
                </a:solidFill>
                <a:latin typeface="Arial"/>
                <a:ea typeface="Arial"/>
                <a:cs typeface="Arial"/>
              </a:defRPr>
            </a:lvl7pPr>
            <a:lvl8pPr>
              <a:defRPr sz="1425" b="1">
                <a:solidFill>
                  <a:srgbClr val="C3ED7C"/>
                </a:solidFill>
                <a:latin typeface="Arial"/>
                <a:ea typeface="Arial"/>
                <a:cs typeface="Arial"/>
              </a:defRPr>
            </a:lvl8pPr>
            <a:lvl9pPr>
              <a:defRPr sz="1425" b="1">
                <a:solidFill>
                  <a:srgbClr val="C3ED7C"/>
                </a:solidFill>
                <a:latin typeface="Arial"/>
                <a:ea typeface="Arial"/>
                <a:cs typeface="Arial"/>
              </a:defRPr>
            </a:lvl9pPr>
          </a:lstStyle>
          <a:p xmlns:a="http://schemas.openxmlformats.org/drawingml/2006/main">
            <a:pPr>
              <a:defRPr sz="1425" b="1">
                <a:solidFill>
                  <a:srgbClr val="C3ED7C"/>
                </a:solidFill>
                <a:latin typeface="Arial"/>
                <a:ea typeface="Arial"/>
                <a:cs typeface="Arial"/>
              </a:defRPr>
            </a:pPr>
            <a:r>
              <a:rPr sz="1425" b="1">
                <a:solidFill>
                  <a:srgbClr val="C3ED7C"/>
                </a:solidFill>
                <a:latin typeface="Arial"/>
                <a:ea typeface="Arial"/>
                <a:cs typeface="Arial"/>
              </a:rPr>
              <a:t>NEXT</a:t>
            </a:r>
          </a:p>
        </p:txBody>
      </p:sp>
      <p:sp>
        <p:nvSpPr>
          <p:cNvPr id="12" name="text">
            <a:extLst xmlns:a="http://schemas.openxmlformats.org/drawingml/2006/main">
              <a:ext uri="{FF2B5EF4-FFF2-40B4-BE49-F238E27FC236}">
                <a16:creationId xmlns:a16="http://schemas.microsoft.com/office/drawing/2014/main" id="{0FD8F870-27AF-46DA-BDF4-8B77773F864E}"/>
              </a:ext>
            </a:extLst>
          </p:cNvPr>
          <p:cNvSpPr>
            <a:spLocks xmlns:a="http://schemas.openxmlformats.org/drawingml/2006/main" noGrp="1"/>
          </p:cNvSpPr>
          <p:nvPr/>
        </p:nvSpPr>
        <p:spPr>
          <a:xfrm xmlns:a="http://schemas.openxmlformats.org/drawingml/2006/main">
            <a:off x="8115300" y="4705350"/>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7C7DB"/>
                </a:solidFill>
                <a:latin typeface="Arial"/>
                <a:ea typeface="Arial"/>
                <a:cs typeface="Arial"/>
              </a:defRPr>
            </a:defPPr>
            <a:lvl1pPr>
              <a:defRPr sz="1800" b="0">
                <a:solidFill>
                  <a:srgbClr val="B7C7DB"/>
                </a:solidFill>
                <a:latin typeface="Arial"/>
                <a:ea typeface="Arial"/>
                <a:cs typeface="Arial"/>
              </a:defRPr>
            </a:lvl1pPr>
            <a:lvl2pPr>
              <a:defRPr sz="1800" b="0">
                <a:solidFill>
                  <a:srgbClr val="B7C7DB"/>
                </a:solidFill>
                <a:latin typeface="Arial"/>
                <a:ea typeface="Arial"/>
                <a:cs typeface="Arial"/>
              </a:defRPr>
            </a:lvl2pPr>
            <a:lvl3pPr>
              <a:defRPr sz="1800" b="0">
                <a:solidFill>
                  <a:srgbClr val="B7C7DB"/>
                </a:solidFill>
                <a:latin typeface="Arial"/>
                <a:ea typeface="Arial"/>
                <a:cs typeface="Arial"/>
              </a:defRPr>
            </a:lvl3pPr>
            <a:lvl4pPr>
              <a:defRPr sz="1800" b="0">
                <a:solidFill>
                  <a:srgbClr val="B7C7DB"/>
                </a:solidFill>
                <a:latin typeface="Arial"/>
                <a:ea typeface="Arial"/>
                <a:cs typeface="Arial"/>
              </a:defRPr>
            </a:lvl4pPr>
            <a:lvl5pPr>
              <a:defRPr sz="1800" b="0">
                <a:solidFill>
                  <a:srgbClr val="B7C7DB"/>
                </a:solidFill>
                <a:latin typeface="Arial"/>
                <a:ea typeface="Arial"/>
                <a:cs typeface="Arial"/>
              </a:defRPr>
            </a:lvl5pPr>
            <a:lvl6pPr>
              <a:defRPr sz="1800" b="0">
                <a:solidFill>
                  <a:srgbClr val="B7C7DB"/>
                </a:solidFill>
                <a:latin typeface="Arial"/>
                <a:ea typeface="Arial"/>
                <a:cs typeface="Arial"/>
              </a:defRPr>
            </a:lvl6pPr>
            <a:lvl7pPr>
              <a:defRPr sz="1800" b="0">
                <a:solidFill>
                  <a:srgbClr val="B7C7DB"/>
                </a:solidFill>
                <a:latin typeface="Arial"/>
                <a:ea typeface="Arial"/>
                <a:cs typeface="Arial"/>
              </a:defRPr>
            </a:lvl7pPr>
            <a:lvl8pPr>
              <a:defRPr sz="1800" b="0">
                <a:solidFill>
                  <a:srgbClr val="B7C7DB"/>
                </a:solidFill>
                <a:latin typeface="Arial"/>
                <a:ea typeface="Arial"/>
                <a:cs typeface="Arial"/>
              </a:defRPr>
            </a:lvl8pPr>
            <a:lvl9pPr>
              <a:defRPr sz="1800" b="0">
                <a:solidFill>
                  <a:srgbClr val="B7C7DB"/>
                </a:solidFill>
                <a:latin typeface="Arial"/>
                <a:ea typeface="Arial"/>
                <a:cs typeface="Arial"/>
              </a:defRPr>
            </a:lvl9pPr>
          </a:lstStyle>
          <a:p xmlns:a="http://schemas.openxmlformats.org/drawingml/2006/main">
            <a:pPr>
              <a:defRPr sz="1800" b="0">
                <a:solidFill>
                  <a:srgbClr val="B7C7DB"/>
                </a:solidFill>
                <a:latin typeface="Arial"/>
                <a:ea typeface="Arial"/>
                <a:cs typeface="Arial"/>
              </a:defRPr>
            </a:pPr>
            <a:r>
              <a:rPr sz="1800" b="0">
                <a:solidFill>
                  <a:srgbClr val="B7C7DB"/>
                </a:solidFill>
                <a:latin typeface="Arial"/>
                <a:ea typeface="Arial"/>
                <a:cs typeface="Arial"/>
              </a:rPr>
              <a:t>Independent unseen evaluation</a:t>
            </a:r>
          </a:p>
          <a:p xmlns:a="http://schemas.openxmlformats.org/drawingml/2006/main">
            <a:pPr>
              <a:defRPr sz="1800" b="0">
                <a:solidFill>
                  <a:srgbClr val="B7C7DB"/>
                </a:solidFill>
                <a:latin typeface="Arial"/>
                <a:ea typeface="Arial"/>
                <a:cs typeface="Arial"/>
              </a:defRPr>
            </a:pPr>
            <a:r>
              <a:rPr sz="1800" b="0">
                <a:solidFill>
                  <a:srgbClr val="B7C7DB"/>
                </a:solidFill>
                <a:latin typeface="Arial"/>
                <a:ea typeface="Arial"/>
                <a:cs typeface="Arial"/>
              </a:rPr>
              <a:t>Authenticated, signed sources</a:t>
            </a:r>
          </a:p>
          <a:p xmlns:a="http://schemas.openxmlformats.org/drawingml/2006/main">
            <a:pPr>
              <a:defRPr sz="1800" b="0">
                <a:solidFill>
                  <a:srgbClr val="B7C7DB"/>
                </a:solidFill>
                <a:latin typeface="Arial"/>
                <a:ea typeface="Arial"/>
                <a:cs typeface="Arial"/>
              </a:defRPr>
            </a:pPr>
            <a:r>
              <a:rPr sz="1800" b="0">
                <a:solidFill>
                  <a:srgbClr val="B7C7DB"/>
                </a:solidFill>
                <a:latin typeface="Arial"/>
                <a:ea typeface="Arial"/>
                <a:cs typeface="Arial"/>
              </a:rPr>
              <a:t>Multi-line and tax workflows</a:t>
            </a:r>
          </a:p>
        </p:txBody>
      </p:sp>
    </p:spTree>
    <p:extLst>
      <p:ext uri="{BB962C8B-B14F-4D97-AF65-F5344CB8AC3E}">
        <p14:creationId xmlns:p14="http://schemas.microsoft.com/office/powerpoint/2010/main" val="8938161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2026-10-19T17:12:44.8070000Z</dcterms:created>
  <dcterms:modified xsi:type="dcterms:W3CDTF">2026-10-19T17:12:44.8080000Z</dcterms:modified>
</coreProperties>
</file>